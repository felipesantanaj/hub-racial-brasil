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B2018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C4F3F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C4F3F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bruto 67% → 64% (só idade) → 30% (+escolaridade) → 24% (+ocupação, residual).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89" y="320040"/>
            <a:ext cx="913611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Mesma pergunta via regressão (Oaxaca-Blinder), com teste de significância: resíduo de +22% (p&lt;0,001) — bate com a padronização direta.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Geração: seguindo a mesma coorte, não a mesma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A PNAD é um corte transversal repetido — 'pessoas de 14-17 anos' em 2012 e 2026 são pessoas diferentes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linha é a MESMA coorte de nascimento envelhecendo — o hiato varia bastante entre gerações e ao longo do tempo dentro de cada uma.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geração e raça, cada uma na idade em que está hoje.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Quem está no topo 10%?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Limiar (P90) calculado DENTRO de cada raça, não um corte único pro Brasil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no topo 10% de cada raça — Branca sempre um pouco à frente, mas a distância vem encolhendo.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no topo 10% — o topo dos negros ficou muito mais qualificado (38%→58%), mas ainda atrás do topo dos brancos (~83%).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 do topo 10%, média dos últimos 8 trimestres.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 do topo 10% — o topo dos negros pende um pouco mais para Millennial/Geração Z; o dos brancos, para Baby Boomer/Geração 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Decomposição dos 4 quartis de renda —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Generaliza o topo 10% pra toda a distribuição: Q1 (25% mais pobres) a Q4 (25% mais ricos), limiar DENTRO de cada raça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por quartil — maioria entre as mais pobres, minoria entre as mais ricas, nas duas raças; a distância entre raças é maior no Q4.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cresce em todos os quartis nas duas raças, mas o hiato racial se abre dramaticamente no Q4 (~72% Branca vs. ~40% Negra).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etária, um painel por quartil — perfil etário parecido entre as raças em cada quartil.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Desigualdade interna, setor público/privado e sobre-qualificação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Sugestões de análise validadas antes de executar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Gini DENTRO de cada raça — Branca tem mais desigualdade interna que Negra (distribuição mais comprimida na base, não 'melhor situação').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Decomposição de Theil: só 7% da desigualdade total do Brasil vem de diferença ENTRE raças — 93% é desigualdade DENTRO de cada uma. Não diminui o hiato racial, mostra que a desigualdade brasileira tem várias causas.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Confirma a hipótese: o hiato racial é menor no setor Público (~45-50%, tabela salarial padronizada) do que no Privado (~58-65%).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Segregação por setor econômico (10%) é menor que por ocupação (17%) — as raças se distribuem mais parecido entre setores do que entre cargos dentro deles.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Negros com Superior completo têm taxa de 'sobre-qualificação' (acabar em ocupação elementar) quase o dobro da de brancos com o mesmo diploma.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Escolaridade × Raça × Gênero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