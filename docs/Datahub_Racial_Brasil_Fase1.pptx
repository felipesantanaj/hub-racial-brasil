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36.xml" ContentType="application/vnd.openxmlformats-officedocument.presentationml.slide+xml"/>
  <Override PartName="/ppt/slides/slide237.xml" ContentType="application/vnd.openxmlformats-officedocument.presentationml.slide+xml"/>
  <Override PartName="/ppt/slides/slide238.xml" ContentType="application/vnd.openxmlformats-officedocument.presentationml.slide+xml"/>
  <Override PartName="/ppt/slides/slide239.xml" ContentType="application/vnd.openxmlformats-officedocument.presentationml.slide+xml"/>
  <Override PartName="/ppt/slides/slide24.xml" ContentType="application/vnd.openxmlformats-officedocument.presentationml.slide+xml"/>
  <Override PartName="/ppt/slides/slide240.xml" ContentType="application/vnd.openxmlformats-officedocument.presentationml.slide+xml"/>
  <Override PartName="/ppt/slides/slide241.xml" ContentType="application/vnd.openxmlformats-officedocument.presentationml.slide+xml"/>
  <Override PartName="/ppt/slides/slide242.xml" ContentType="application/vnd.openxmlformats-officedocument.presentationml.slide+xml"/>
  <Override PartName="/ppt/slides/slide243.xml" ContentType="application/vnd.openxmlformats-officedocument.presentationml.slide+xml"/>
  <Override PartName="/ppt/slides/slide244.xml" ContentType="application/vnd.openxmlformats-officedocument.presentationml.slide+xml"/>
  <Override PartName="/ppt/slides/slide245.xml" ContentType="application/vnd.openxmlformats-officedocument.presentationml.slide+xml"/>
  <Override PartName="/ppt/slides/slide246.xml" ContentType="application/vnd.openxmlformats-officedocument.presentationml.slide+xml"/>
  <Override PartName="/ppt/slides/slide247.xml" ContentType="application/vnd.openxmlformats-officedocument.presentationml.slide+xml"/>
  <Override PartName="/ppt/slides/slide248.xml" ContentType="application/vnd.openxmlformats-officedocument.presentationml.slide+xml"/>
  <Override PartName="/ppt/slides/slide249.xml" ContentType="application/vnd.openxmlformats-officedocument.presentationml.slide+xml"/>
  <Override PartName="/ppt/slides/slide25.xml" ContentType="application/vnd.openxmlformats-officedocument.presentationml.slide+xml"/>
  <Override PartName="/ppt/slides/slide250.xml" ContentType="application/vnd.openxmlformats-officedocument.presentationml.slide+xml"/>
  <Override PartName="/ppt/slides/slide251.xml" ContentType="application/vnd.openxmlformats-officedocument.presentationml.slide+xml"/>
  <Override PartName="/ppt/slides/slide252.xml" ContentType="application/vnd.openxmlformats-officedocument.presentationml.slide+xml"/>
  <Override PartName="/ppt/slides/slide253.xml" ContentType="application/vnd.openxmlformats-officedocument.presentationml.slide+xml"/>
  <Override PartName="/ppt/slides/slide254.xml" ContentType="application/vnd.openxmlformats-officedocument.presentationml.slide+xml"/>
  <Override PartName="/ppt/slides/slide255.xml" ContentType="application/vnd.openxmlformats-officedocument.presentationml.slide+xml"/>
  <Override PartName="/ppt/slides/slide256.xml" ContentType="application/vnd.openxmlformats-officedocument.presentationml.slide+xml"/>
  <Override PartName="/ppt/slides/slide257.xml" ContentType="application/vnd.openxmlformats-officedocument.presentationml.slide+xml"/>
  <Override PartName="/ppt/slides/slide258.xml" ContentType="application/vnd.openxmlformats-officedocument.presentationml.slide+xml"/>
  <Override PartName="/ppt/slides/slide259.xml" ContentType="application/vnd.openxmlformats-officedocument.presentationml.slide+xml"/>
  <Override PartName="/ppt/slides/slide26.xml" ContentType="application/vnd.openxmlformats-officedocument.presentationml.slide+xml"/>
  <Override PartName="/ppt/slides/slide260.xml" ContentType="application/vnd.openxmlformats-officedocument.presentationml.slide+xml"/>
  <Override PartName="/ppt/slides/slide261.xml" ContentType="application/vnd.openxmlformats-officedocument.presentationml.slide+xml"/>
  <Override PartName="/ppt/slides/slide262.xml" ContentType="application/vnd.openxmlformats-officedocument.presentationml.slide+xml"/>
  <Override PartName="/ppt/slides/slide263.xml" ContentType="application/vnd.openxmlformats-officedocument.presentationml.slide+xml"/>
  <Override PartName="/ppt/slides/slide264.xml" ContentType="application/vnd.openxmlformats-officedocument.presentationml.slide+xml"/>
  <Override PartName="/ppt/slides/slide265.xml" ContentType="application/vnd.openxmlformats-officedocument.presentationml.slide+xml"/>
  <Override PartName="/ppt/slides/slide266.xml" ContentType="application/vnd.openxmlformats-officedocument.presentationml.slide+xml"/>
  <Override PartName="/ppt/slides/slide267.xml" ContentType="application/vnd.openxmlformats-officedocument.presentationml.slide+xml"/>
  <Override PartName="/ppt/slides/slide268.xml" ContentType="application/vnd.openxmlformats-officedocument.presentationml.slide+xml"/>
  <Override PartName="/ppt/slides/slide269.xml" ContentType="application/vnd.openxmlformats-officedocument.presentationml.slide+xml"/>
  <Override PartName="/ppt/slides/slide27.xml" ContentType="application/vnd.openxmlformats-officedocument.presentationml.slide+xml"/>
  <Override PartName="/ppt/slides/slide270.xml" ContentType="application/vnd.openxmlformats-officedocument.presentationml.slide+xml"/>
  <Override PartName="/ppt/slides/slide271.xml" ContentType="application/vnd.openxmlformats-officedocument.presentationml.slide+xml"/>
  <Override PartName="/ppt/slides/slide272.xml" ContentType="application/vnd.openxmlformats-officedocument.presentationml.slide+xml"/>
  <Override PartName="/ppt/slides/slide273.xml" ContentType="application/vnd.openxmlformats-officedocument.presentationml.slide+xml"/>
  <Override PartName="/ppt/slides/slide274.xml" ContentType="application/vnd.openxmlformats-officedocument.presentationml.slide+xml"/>
  <Override PartName="/ppt/slides/slide275.xml" ContentType="application/vnd.openxmlformats-officedocument.presentationml.slide+xml"/>
  <Override PartName="/ppt/slides/slide276.xml" ContentType="application/vnd.openxmlformats-officedocument.presentationml.slide+xml"/>
  <Override PartName="/ppt/slides/slide277.xml" ContentType="application/vnd.openxmlformats-officedocument.presentationml.slide+xml"/>
  <Override PartName="/ppt/slides/slide278.xml" ContentType="application/vnd.openxmlformats-officedocument.presentationml.slide+xml"/>
  <Override PartName="/ppt/slides/slide279.xml" ContentType="application/vnd.openxmlformats-officedocument.presentationml.slide+xml"/>
  <Override PartName="/ppt/slides/slide28.xml" ContentType="application/vnd.openxmlformats-officedocument.presentationml.slide+xml"/>
  <Override PartName="/ppt/slides/slide280.xml" ContentType="application/vnd.openxmlformats-officedocument.presentationml.slide+xml"/>
  <Override PartName="/ppt/slides/slide281.xml" ContentType="application/vnd.openxmlformats-officedocument.presentationml.slide+xml"/>
  <Override PartName="/ppt/slides/slide282.xml" ContentType="application/vnd.openxmlformats-officedocument.presentationml.slide+xml"/>
  <Override PartName="/ppt/slides/slide283.xml" ContentType="application/vnd.openxmlformats-officedocument.presentationml.slide+xml"/>
  <Override PartName="/ppt/slides/slide284.xml" ContentType="application/vnd.openxmlformats-officedocument.presentationml.slide+xml"/>
  <Override PartName="/ppt/slides/slide285.xml" ContentType="application/vnd.openxmlformats-officedocument.presentationml.slide+xml"/>
  <Override PartName="/ppt/slides/slide286.xml" ContentType="application/vnd.openxmlformats-officedocument.presentationml.slide+xml"/>
  <Override PartName="/ppt/slides/slide287.xml" ContentType="application/vnd.openxmlformats-officedocument.presentationml.slide+xml"/>
  <Override PartName="/ppt/slides/slide288.xml" ContentType="application/vnd.openxmlformats-officedocument.presentationml.slide+xml"/>
  <Override PartName="/ppt/slides/slide289.xml" ContentType="application/vnd.openxmlformats-officedocument.presentationml.slide+xml"/>
  <Override PartName="/ppt/slides/slide29.xml" ContentType="application/vnd.openxmlformats-officedocument.presentationml.slide+xml"/>
  <Override PartName="/ppt/slides/slide290.xml" ContentType="application/vnd.openxmlformats-officedocument.presentationml.slide+xml"/>
  <Override PartName="/ppt/slides/slide291.xml" ContentType="application/vnd.openxmlformats-officedocument.presentationml.slide+xml"/>
  <Override PartName="/ppt/slides/slide292.xml" ContentType="application/vnd.openxmlformats-officedocument.presentationml.slide+xml"/>
  <Override PartName="/ppt/slides/slide293.xml" ContentType="application/vnd.openxmlformats-officedocument.presentationml.slide+xml"/>
  <Override PartName="/ppt/slides/slide294.xml" ContentType="application/vnd.openxmlformats-officedocument.presentationml.slide+xml"/>
  <Override PartName="/ppt/slides/slide295.xml" ContentType="application/vnd.openxmlformats-officedocument.presentationml.slide+xml"/>
  <Override PartName="/ppt/slides/slide296.xml" ContentType="application/vnd.openxmlformats-officedocument.presentationml.slide+xml"/>
  <Override PartName="/ppt/slides/slide297.xml" ContentType="application/vnd.openxmlformats-officedocument.presentationml.slide+xml"/>
  <Override PartName="/ppt/slides/slide298.xml" ContentType="application/vnd.openxmlformats-officedocument.presentationml.slide+xml"/>
  <Override PartName="/ppt/slides/slide29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00.xml" ContentType="application/vnd.openxmlformats-officedocument.presentationml.slide+xml"/>
  <Override PartName="/ppt/slides/slide301.xml" ContentType="application/vnd.openxmlformats-officedocument.presentationml.slide+xml"/>
  <Override PartName="/ppt/slides/slide302.xml" ContentType="application/vnd.openxmlformats-officedocument.presentationml.slide+xml"/>
  <Override PartName="/ppt/slides/slide303.xml" ContentType="application/vnd.openxmlformats-officedocument.presentationml.slide+xml"/>
  <Override PartName="/ppt/slides/slide304.xml" ContentType="application/vnd.openxmlformats-officedocument.presentationml.slide+xml"/>
  <Override PartName="/ppt/slides/slide305.xml" ContentType="application/vnd.openxmlformats-officedocument.presentationml.slide+xml"/>
  <Override PartName="/ppt/slides/slide306.xml" ContentType="application/vnd.openxmlformats-officedocument.presentationml.slide+xml"/>
  <Override PartName="/ppt/slides/slide307.xml" ContentType="application/vnd.openxmlformats-officedocument.presentationml.slide+xml"/>
  <Override PartName="/ppt/slides/slide308.xml" ContentType="application/vnd.openxmlformats-officedocument.presentationml.slide+xml"/>
  <Override PartName="/ppt/slides/slide309.xml" ContentType="application/vnd.openxmlformats-officedocument.presentationml.slide+xml"/>
  <Override PartName="/ppt/slides/slide31.xml" ContentType="application/vnd.openxmlformats-officedocument.presentationml.slide+xml"/>
  <Override PartName="/ppt/slides/slide310.xml" ContentType="application/vnd.openxmlformats-officedocument.presentationml.slide+xml"/>
  <Override PartName="/ppt/slides/slide311.xml" ContentType="application/vnd.openxmlformats-officedocument.presentationml.slide+xml"/>
  <Override PartName="/ppt/slides/slide312.xml" ContentType="application/vnd.openxmlformats-officedocument.presentationml.slide+xml"/>
  <Override PartName="/ppt/slides/slide313.xml" ContentType="application/vnd.openxmlformats-officedocument.presentationml.slide+xml"/>
  <Override PartName="/ppt/slides/slide314.xml" ContentType="application/vnd.openxmlformats-officedocument.presentationml.slide+xml"/>
  <Override PartName="/ppt/slides/slide315.xml" ContentType="application/vnd.openxmlformats-officedocument.presentationml.slide+xml"/>
  <Override PartName="/ppt/slides/slide316.xml" ContentType="application/vnd.openxmlformats-officedocument.presentationml.slide+xml"/>
  <Override PartName="/ppt/slides/slide317.xml" ContentType="application/vnd.openxmlformats-officedocument.presentationml.slide+xml"/>
  <Override PartName="/ppt/slides/slide318.xml" ContentType="application/vnd.openxmlformats-officedocument.presentationml.slide+xml"/>
  <Override PartName="/ppt/slides/slide319.xml" ContentType="application/vnd.openxmlformats-officedocument.presentationml.slide+xml"/>
  <Override PartName="/ppt/slides/slide32.xml" ContentType="application/vnd.openxmlformats-officedocument.presentationml.slide+xml"/>
  <Override PartName="/ppt/slides/slide320.xml" ContentType="application/vnd.openxmlformats-officedocument.presentationml.slide+xml"/>
  <Override PartName="/ppt/slides/slide321.xml" ContentType="application/vnd.openxmlformats-officedocument.presentationml.slide+xml"/>
  <Override PartName="/ppt/slides/slide322.xml" ContentType="application/vnd.openxmlformats-officedocument.presentationml.slide+xml"/>
  <Override PartName="/ppt/slides/slide323.xml" ContentType="application/vnd.openxmlformats-officedocument.presentationml.slide+xml"/>
  <Override PartName="/ppt/slides/slide324.xml" ContentType="application/vnd.openxmlformats-officedocument.presentationml.slide+xml"/>
  <Override PartName="/ppt/slides/slide325.xml" ContentType="application/vnd.openxmlformats-officedocument.presentationml.slide+xml"/>
  <Override PartName="/ppt/slides/slide326.xml" ContentType="application/vnd.openxmlformats-officedocument.presentationml.slide+xml"/>
  <Override PartName="/ppt/slides/slide327.xml" ContentType="application/vnd.openxmlformats-officedocument.presentationml.slide+xml"/>
  <Override PartName="/ppt/slides/slide328.xml" ContentType="application/vnd.openxmlformats-officedocument.presentationml.slide+xml"/>
  <Override PartName="/ppt/slides/slide329.xml" ContentType="application/vnd.openxmlformats-officedocument.presentationml.slide+xml"/>
  <Override PartName="/ppt/slides/slide33.xml" ContentType="application/vnd.openxmlformats-officedocument.presentationml.slide+xml"/>
  <Override PartName="/ppt/slides/slide330.xml" ContentType="application/vnd.openxmlformats-officedocument.presentationml.slide+xml"/>
  <Override PartName="/ppt/slides/slide331.xml" ContentType="application/vnd.openxmlformats-officedocument.presentationml.slide+xml"/>
  <Override PartName="/ppt/slides/slide332.xml" ContentType="application/vnd.openxmlformats-officedocument.presentationml.slide+xml"/>
  <Override PartName="/ppt/slides/slide333.xml" ContentType="application/vnd.openxmlformats-officedocument.presentationml.slide+xml"/>
  <Override PartName="/ppt/slides/slide334.xml" ContentType="application/vnd.openxmlformats-officedocument.presentationml.slide+xml"/>
  <Override PartName="/ppt/slides/slide335.xml" ContentType="application/vnd.openxmlformats-officedocument.presentationml.slide+xml"/>
  <Override PartName="/ppt/slides/slide336.xml" ContentType="application/vnd.openxmlformats-officedocument.presentationml.slide+xml"/>
  <Override PartName="/ppt/slides/slide337.xml" ContentType="application/vnd.openxmlformats-officedocument.presentationml.slide+xml"/>
  <Override PartName="/ppt/slides/slide338.xml" ContentType="application/vnd.openxmlformats-officedocument.presentationml.slide+xml"/>
  <Override PartName="/ppt/slides/slide339.xml" ContentType="application/vnd.openxmlformats-officedocument.presentationml.slide+xml"/>
  <Override PartName="/ppt/slides/slide34.xml" ContentType="application/vnd.openxmlformats-officedocument.presentationml.slide+xml"/>
  <Override PartName="/ppt/slides/slide340.xml" ContentType="application/vnd.openxmlformats-officedocument.presentationml.slide+xml"/>
  <Override PartName="/ppt/slides/slide341.xml" ContentType="application/vnd.openxmlformats-officedocument.presentationml.slide+xml"/>
  <Override PartName="/ppt/slides/slide342.xml" ContentType="application/vnd.openxmlformats-officedocument.presentationml.slide+xml"/>
  <Override PartName="/ppt/slides/slide343.xml" ContentType="application/vnd.openxmlformats-officedocument.presentationml.slide+xml"/>
  <Override PartName="/ppt/slides/slide344.xml" ContentType="application/vnd.openxmlformats-officedocument.presentationml.slide+xml"/>
  <Override PartName="/ppt/slides/slide345.xml" ContentType="application/vnd.openxmlformats-officedocument.presentationml.slide+xml"/>
  <Override PartName="/ppt/slides/slide346.xml" ContentType="application/vnd.openxmlformats-officedocument.presentationml.slide+xml"/>
  <Override PartName="/ppt/slides/slide347.xml" ContentType="application/vnd.openxmlformats-officedocument.presentationml.slide+xml"/>
  <Override PartName="/ppt/slides/slide348.xml" ContentType="application/vnd.openxmlformats-officedocument.presentationml.slide+xml"/>
  <Override PartName="/ppt/slides/slide349.xml" ContentType="application/vnd.openxmlformats-officedocument.presentationml.slide+xml"/>
  <Override PartName="/ppt/slides/slide35.xml" ContentType="application/vnd.openxmlformats-officedocument.presentationml.slide+xml"/>
  <Override PartName="/ppt/slides/slide350.xml" ContentType="application/vnd.openxmlformats-officedocument.presentationml.slide+xml"/>
  <Override PartName="/ppt/slides/slide351.xml" ContentType="application/vnd.openxmlformats-officedocument.presentationml.slide+xml"/>
  <Override PartName="/ppt/slides/slide352.xml" ContentType="application/vnd.openxmlformats-officedocument.presentationml.slide+xml"/>
  <Override PartName="/ppt/slides/slide353.xml" ContentType="application/vnd.openxmlformats-officedocument.presentationml.slide+xml"/>
  <Override PartName="/ppt/slides/slide354.xml" ContentType="application/vnd.openxmlformats-officedocument.presentationml.slide+xml"/>
  <Override PartName="/ppt/slides/slide355.xml" ContentType="application/vnd.openxmlformats-officedocument.presentationml.slide+xml"/>
  <Override PartName="/ppt/slides/slide356.xml" ContentType="application/vnd.openxmlformats-officedocument.presentationml.slide+xml"/>
  <Override PartName="/ppt/slides/slide357.xml" ContentType="application/vnd.openxmlformats-officedocument.presentationml.slide+xml"/>
  <Override PartName="/ppt/slides/slide358.xml" ContentType="application/vnd.openxmlformats-officedocument.presentationml.slide+xml"/>
  <Override PartName="/ppt/slides/slide359.xml" ContentType="application/vnd.openxmlformats-officedocument.presentationml.slide+xml"/>
  <Override PartName="/ppt/slides/slide36.xml" ContentType="application/vnd.openxmlformats-officedocument.presentationml.slide+xml"/>
  <Override PartName="/ppt/slides/slide360.xml" ContentType="application/vnd.openxmlformats-officedocument.presentationml.slide+xml"/>
  <Override PartName="/ppt/slides/slide361.xml" ContentType="application/vnd.openxmlformats-officedocument.presentationml.slide+xml"/>
  <Override PartName="/ppt/slides/slide362.xml" ContentType="application/vnd.openxmlformats-officedocument.presentationml.slide+xml"/>
  <Override PartName="/ppt/slides/slide363.xml" ContentType="application/vnd.openxmlformats-officedocument.presentationml.slide+xml"/>
  <Override PartName="/ppt/slides/slide364.xml" ContentType="application/vnd.openxmlformats-officedocument.presentationml.slide+xml"/>
  <Override PartName="/ppt/slides/slide365.xml" ContentType="application/vnd.openxmlformats-officedocument.presentationml.slide+xml"/>
  <Override PartName="/ppt/slides/slide366.xml" ContentType="application/vnd.openxmlformats-officedocument.presentationml.slide+xml"/>
  <Override PartName="/ppt/slides/slide367.xml" ContentType="application/vnd.openxmlformats-officedocument.presentationml.slide+xml"/>
  <Override PartName="/ppt/slides/slide368.xml" ContentType="application/vnd.openxmlformats-officedocument.presentationml.slide+xml"/>
  <Override PartName="/ppt/slides/slide369.xml" ContentType="application/vnd.openxmlformats-officedocument.presentationml.slide+xml"/>
  <Override PartName="/ppt/slides/slide37.xml" ContentType="application/vnd.openxmlformats-officedocument.presentationml.slide+xml"/>
  <Override PartName="/ppt/slides/slide370.xml" ContentType="application/vnd.openxmlformats-officedocument.presentationml.slide+xml"/>
  <Override PartName="/ppt/slides/slide371.xml" ContentType="application/vnd.openxmlformats-officedocument.presentationml.slide+xml"/>
  <Override PartName="/ppt/slides/slide372.xml" ContentType="application/vnd.openxmlformats-officedocument.presentationml.slide+xml"/>
  <Override PartName="/ppt/slides/slide373.xml" ContentType="application/vnd.openxmlformats-officedocument.presentationml.slide+xml"/>
  <Override PartName="/ppt/slides/slide374.xml" ContentType="application/vnd.openxmlformats-officedocument.presentationml.slide+xml"/>
  <Override PartName="/ppt/slides/slide375.xml" ContentType="application/vnd.openxmlformats-officedocument.presentationml.slide+xml"/>
  <Override PartName="/ppt/slides/slide376.xml" ContentType="application/vnd.openxmlformats-officedocument.presentationml.slide+xml"/>
  <Override PartName="/ppt/slides/slide377.xml" ContentType="application/vnd.openxmlformats-officedocument.presentationml.slide+xml"/>
  <Override PartName="/ppt/slides/slide378.xml" ContentType="application/vnd.openxmlformats-officedocument.presentationml.slide+xml"/>
  <Override PartName="/ppt/slides/slide379.xml" ContentType="application/vnd.openxmlformats-officedocument.presentationml.slide+xml"/>
  <Override PartName="/ppt/slides/slide38.xml" ContentType="application/vnd.openxmlformats-officedocument.presentationml.slide+xml"/>
  <Override PartName="/ppt/slides/slide380.xml" ContentType="application/vnd.openxmlformats-officedocument.presentationml.slide+xml"/>
  <Override PartName="/ppt/slides/slide381.xml" ContentType="application/vnd.openxmlformats-officedocument.presentationml.slide+xml"/>
  <Override PartName="/ppt/slides/slide382.xml" ContentType="application/vnd.openxmlformats-officedocument.presentationml.slide+xml"/>
  <Override PartName="/ppt/slides/slide383.xml" ContentType="application/vnd.openxmlformats-officedocument.presentationml.slide+xml"/>
  <Override PartName="/ppt/slides/slide384.xml" ContentType="application/vnd.openxmlformats-officedocument.presentationml.slide+xml"/>
  <Override PartName="/ppt/slides/slide385.xml" ContentType="application/vnd.openxmlformats-officedocument.presentationml.slide+xml"/>
  <Override PartName="/ppt/slides/slide386.xml" ContentType="application/vnd.openxmlformats-officedocument.presentationml.slide+xml"/>
  <Override PartName="/ppt/slides/slide387.xml" ContentType="application/vnd.openxmlformats-officedocument.presentationml.slide+xml"/>
  <Override PartName="/ppt/slides/slide388.xml" ContentType="application/vnd.openxmlformats-officedocument.presentationml.slide+xml"/>
  <Override PartName="/ppt/slides/slide389.xml" ContentType="application/vnd.openxmlformats-officedocument.presentationml.slide+xml"/>
  <Override PartName="/ppt/slides/slide39.xml" ContentType="application/vnd.openxmlformats-officedocument.presentationml.slide+xml"/>
  <Override PartName="/ppt/slides/slide390.xml" ContentType="application/vnd.openxmlformats-officedocument.presentationml.slide+xml"/>
  <Override PartName="/ppt/slides/slide391.xml" ContentType="application/vnd.openxmlformats-officedocument.presentationml.slide+xml"/>
  <Override PartName="/ppt/slides/slide392.xml" ContentType="application/vnd.openxmlformats-officedocument.presentationml.slide+xml"/>
  <Override PartName="/ppt/slides/slide393.xml" ContentType="application/vnd.openxmlformats-officedocument.presentationml.slide+xml"/>
  <Override PartName="/ppt/slides/slide394.xml" ContentType="application/vnd.openxmlformats-officedocument.presentationml.slide+xml"/>
  <Override PartName="/ppt/slides/slide395.xml" ContentType="application/vnd.openxmlformats-officedocument.presentationml.slide+xml"/>
  <Override PartName="/ppt/slides/slide396.xml" ContentType="application/vnd.openxmlformats-officedocument.presentationml.slide+xml"/>
  <Override PartName="/ppt/slides/slide397.xml" ContentType="application/vnd.openxmlformats-officedocument.presentationml.slide+xml"/>
  <Override PartName="/ppt/slides/slide398.xml" ContentType="application/vnd.openxmlformats-officedocument.presentationml.slide+xml"/>
  <Override PartName="/ppt/slides/slide39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00.xml" ContentType="application/vnd.openxmlformats-officedocument.presentationml.slide+xml"/>
  <Override PartName="/ppt/slides/slide401.xml" ContentType="application/vnd.openxmlformats-officedocument.presentationml.slide+xml"/>
  <Override PartName="/ppt/slides/slide402.xml" ContentType="application/vnd.openxmlformats-officedocument.presentationml.slide+xml"/>
  <Override PartName="/ppt/slides/slide403.xml" ContentType="application/vnd.openxmlformats-officedocument.presentationml.slide+xml"/>
  <Override PartName="/ppt/slides/slide404.xml" ContentType="application/vnd.openxmlformats-officedocument.presentationml.slide+xml"/>
  <Override PartName="/ppt/slides/slide405.xml" ContentType="application/vnd.openxmlformats-officedocument.presentationml.slide+xml"/>
  <Override PartName="/ppt/slides/slide406.xml" ContentType="application/vnd.openxmlformats-officedocument.presentationml.slide+xml"/>
  <Override PartName="/ppt/slides/slide407.xml" ContentType="application/vnd.openxmlformats-officedocument.presentationml.slide+xml"/>
  <Override PartName="/ppt/slides/slide408.xml" ContentType="application/vnd.openxmlformats-officedocument.presentationml.slide+xml"/>
  <Override PartName="/ppt/slides/slide409.xml" ContentType="application/vnd.openxmlformats-officedocument.presentationml.slide+xml"/>
  <Override PartName="/ppt/slides/slide41.xml" ContentType="application/vnd.openxmlformats-officedocument.presentationml.slide+xml"/>
  <Override PartName="/ppt/slides/slide410.xml" ContentType="application/vnd.openxmlformats-officedocument.presentationml.slide+xml"/>
  <Override PartName="/ppt/slides/slide411.xml" ContentType="application/vnd.openxmlformats-officedocument.presentationml.slide+xml"/>
  <Override PartName="/ppt/slides/slide412.xml" ContentType="application/vnd.openxmlformats-officedocument.presentationml.slide+xml"/>
  <Override PartName="/ppt/slides/slide413.xml" ContentType="application/vnd.openxmlformats-officedocument.presentationml.slide+xml"/>
  <Override PartName="/ppt/slides/slide414.xml" ContentType="application/vnd.openxmlformats-officedocument.presentationml.slide+xml"/>
  <Override PartName="/ppt/slides/slide415.xml" ContentType="application/vnd.openxmlformats-officedocument.presentationml.slide+xml"/>
  <Override PartName="/ppt/slides/slide416.xml" ContentType="application/vnd.openxmlformats-officedocument.presentationml.slide+xml"/>
  <Override PartName="/ppt/slides/slide417.xml" ContentType="application/vnd.openxmlformats-officedocument.presentationml.slide+xml"/>
  <Override PartName="/ppt/slides/slide418.xml" ContentType="application/vnd.openxmlformats-officedocument.presentationml.slide+xml"/>
  <Override PartName="/ppt/slides/slide419.xml" ContentType="application/vnd.openxmlformats-officedocument.presentationml.slide+xml"/>
  <Override PartName="/ppt/slides/slide42.xml" ContentType="application/vnd.openxmlformats-officedocument.presentationml.slide+xml"/>
  <Override PartName="/ppt/slides/slide420.xml" ContentType="application/vnd.openxmlformats-officedocument.presentationml.slide+xml"/>
  <Override PartName="/ppt/slides/slide421.xml" ContentType="application/vnd.openxmlformats-officedocument.presentationml.slide+xml"/>
  <Override PartName="/ppt/slides/slide422.xml" ContentType="application/vnd.openxmlformats-officedocument.presentationml.slide+xml"/>
  <Override PartName="/ppt/slides/slide423.xml" ContentType="application/vnd.openxmlformats-officedocument.presentationml.slide+xml"/>
  <Override PartName="/ppt/slides/slide424.xml" ContentType="application/vnd.openxmlformats-officedocument.presentationml.slide+xml"/>
  <Override PartName="/ppt/slides/slide425.xml" ContentType="application/vnd.openxmlformats-officedocument.presentationml.slide+xml"/>
  <Override PartName="/ppt/slides/slide426.xml" ContentType="application/vnd.openxmlformats-officedocument.presentationml.slide+xml"/>
  <Override PartName="/ppt/slides/slide427.xml" ContentType="application/vnd.openxmlformats-officedocument.presentationml.slide+xml"/>
  <Override PartName="/ppt/slides/slide428.xml" ContentType="application/vnd.openxmlformats-officedocument.presentationml.slide+xml"/>
  <Override PartName="/ppt/slides/slide429.xml" ContentType="application/vnd.openxmlformats-officedocument.presentationml.slide+xml"/>
  <Override PartName="/ppt/slides/slide43.xml" ContentType="application/vnd.openxmlformats-officedocument.presentationml.slide+xml"/>
  <Override PartName="/ppt/slides/slide430.xml" ContentType="application/vnd.openxmlformats-officedocument.presentationml.slide+xml"/>
  <Override PartName="/ppt/slides/slide431.xml" ContentType="application/vnd.openxmlformats-officedocument.presentationml.slide+xml"/>
  <Override PartName="/ppt/slides/slide432.xml" ContentType="application/vnd.openxmlformats-officedocument.presentationml.slide+xml"/>
  <Override PartName="/ppt/slides/slide433.xml" ContentType="application/vnd.openxmlformats-officedocument.presentationml.slide+xml"/>
  <Override PartName="/ppt/slides/slide434.xml" ContentType="application/vnd.openxmlformats-officedocument.presentationml.slide+xml"/>
  <Override PartName="/ppt/slides/slide435.xml" ContentType="application/vnd.openxmlformats-officedocument.presentationml.slide+xml"/>
  <Override PartName="/ppt/slides/slide436.xml" ContentType="application/vnd.openxmlformats-officedocument.presentationml.slide+xml"/>
  <Override PartName="/ppt/slides/slide437.xml" ContentType="application/vnd.openxmlformats-officedocument.presentationml.slide+xml"/>
  <Override PartName="/ppt/slides/slide438.xml" ContentType="application/vnd.openxmlformats-officedocument.presentationml.slide+xml"/>
  <Override PartName="/ppt/slides/slide439.xml" ContentType="application/vnd.openxmlformats-officedocument.presentationml.slide+xml"/>
  <Override PartName="/ppt/slides/slide44.xml" ContentType="application/vnd.openxmlformats-officedocument.presentationml.slide+xml"/>
  <Override PartName="/ppt/slides/slide440.xml" ContentType="application/vnd.openxmlformats-officedocument.presentationml.slide+xml"/>
  <Override PartName="/ppt/slides/slide441.xml" ContentType="application/vnd.openxmlformats-officedocument.presentationml.slide+xml"/>
  <Override PartName="/ppt/slides/slide442.xml" ContentType="application/vnd.openxmlformats-officedocument.presentationml.slide+xml"/>
  <Override PartName="/ppt/slides/slide443.xml" ContentType="application/vnd.openxmlformats-officedocument.presentationml.slide+xml"/>
  <Override PartName="/ppt/slides/slide444.xml" ContentType="application/vnd.openxmlformats-officedocument.presentationml.slide+xml"/>
  <Override PartName="/ppt/slides/slide445.xml" ContentType="application/vnd.openxmlformats-officedocument.presentationml.slide+xml"/>
  <Override PartName="/ppt/slides/slide446.xml" ContentType="application/vnd.openxmlformats-officedocument.presentationml.slide+xml"/>
  <Override PartName="/ppt/slides/slide447.xml" ContentType="application/vnd.openxmlformats-officedocument.presentationml.slide+xml"/>
  <Override PartName="/ppt/slides/slide448.xml" ContentType="application/vnd.openxmlformats-officedocument.presentationml.slide+xml"/>
  <Override PartName="/ppt/slides/slide449.xml" ContentType="application/vnd.openxmlformats-officedocument.presentationml.slide+xml"/>
  <Override PartName="/ppt/slides/slide45.xml" ContentType="application/vnd.openxmlformats-officedocument.presentationml.slide+xml"/>
  <Override PartName="/ppt/slides/slide450.xml" ContentType="application/vnd.openxmlformats-officedocument.presentationml.slide+xml"/>
  <Override PartName="/ppt/slides/slide451.xml" ContentType="application/vnd.openxmlformats-officedocument.presentationml.slide+xml"/>
  <Override PartName="/ppt/slides/slide452.xml" ContentType="application/vnd.openxmlformats-officedocument.presentationml.slide+xml"/>
  <Override PartName="/ppt/slides/slide453.xml" ContentType="application/vnd.openxmlformats-officedocument.presentationml.slide+xml"/>
  <Override PartName="/ppt/slides/slide454.xml" ContentType="application/vnd.openxmlformats-officedocument.presentationml.slide+xml"/>
  <Override PartName="/ppt/slides/slide455.xml" ContentType="application/vnd.openxmlformats-officedocument.presentationml.slide+xml"/>
  <Override PartName="/ppt/slides/slide456.xml" ContentType="application/vnd.openxmlformats-officedocument.presentationml.slide+xml"/>
  <Override PartName="/ppt/slides/slide457.xml" ContentType="application/vnd.openxmlformats-officedocument.presentationml.slide+xml"/>
  <Override PartName="/ppt/slides/slide458.xml" ContentType="application/vnd.openxmlformats-officedocument.presentationml.slide+xml"/>
  <Override PartName="/ppt/slides/slide459.xml" ContentType="application/vnd.openxmlformats-officedocument.presentationml.slide+xml"/>
  <Override PartName="/ppt/slides/slide46.xml" ContentType="application/vnd.openxmlformats-officedocument.presentationml.slide+xml"/>
  <Override PartName="/ppt/slides/slide460.xml" ContentType="application/vnd.openxmlformats-officedocument.presentationml.slide+xml"/>
  <Override PartName="/ppt/slides/slide461.xml" ContentType="application/vnd.openxmlformats-officedocument.presentationml.slide+xml"/>
  <Override PartName="/ppt/slides/slide462.xml" ContentType="application/vnd.openxmlformats-officedocument.presentationml.slide+xml"/>
  <Override PartName="/ppt/slides/slide463.xml" ContentType="application/vnd.openxmlformats-officedocument.presentationml.slide+xml"/>
  <Override PartName="/ppt/slides/slide464.xml" ContentType="application/vnd.openxmlformats-officedocument.presentationml.slide+xml"/>
  <Override PartName="/ppt/slides/slide465.xml" ContentType="application/vnd.openxmlformats-officedocument.presentationml.slide+xml"/>
  <Override PartName="/ppt/slides/slide466.xml" ContentType="application/vnd.openxmlformats-officedocument.presentationml.slide+xml"/>
  <Override PartName="/ppt/slides/slide467.xml" ContentType="application/vnd.openxmlformats-officedocument.presentationml.slide+xml"/>
  <Override PartName="/ppt/slides/slide468.xml" ContentType="application/vnd.openxmlformats-officedocument.presentationml.slide+xml"/>
  <Override PartName="/ppt/slides/slide469.xml" ContentType="application/vnd.openxmlformats-officedocument.presentationml.slide+xml"/>
  <Override PartName="/ppt/slides/slide47.xml" ContentType="application/vnd.openxmlformats-officedocument.presentationml.slide+xml"/>
  <Override PartName="/ppt/slides/slide470.xml" ContentType="application/vnd.openxmlformats-officedocument.presentationml.slide+xml"/>
  <Override PartName="/ppt/slides/slide471.xml" ContentType="application/vnd.openxmlformats-officedocument.presentationml.slide+xml"/>
  <Override PartName="/ppt/slides/slide472.xml" ContentType="application/vnd.openxmlformats-officedocument.presentationml.slide+xml"/>
  <Override PartName="/ppt/slides/slide473.xml" ContentType="application/vnd.openxmlformats-officedocument.presentationml.slide+xml"/>
  <Override PartName="/ppt/slides/slide474.xml" ContentType="application/vnd.openxmlformats-officedocument.presentationml.slide+xml"/>
  <Override PartName="/ppt/slides/slide475.xml" ContentType="application/vnd.openxmlformats-officedocument.presentationml.slide+xml"/>
  <Override PartName="/ppt/slides/slide476.xml" ContentType="application/vnd.openxmlformats-officedocument.presentationml.slide+xml"/>
  <Override PartName="/ppt/slides/slide477.xml" ContentType="application/vnd.openxmlformats-officedocument.presentationml.slide+xml"/>
  <Override PartName="/ppt/slides/slide478.xml" ContentType="application/vnd.openxmlformats-officedocument.presentationml.slide+xml"/>
  <Override PartName="/ppt/slides/slide479.xml" ContentType="application/vnd.openxmlformats-officedocument.presentationml.slide+xml"/>
  <Override PartName="/ppt/slides/slide48.xml" ContentType="application/vnd.openxmlformats-officedocument.presentationml.slide+xml"/>
  <Override PartName="/ppt/slides/slide480.xml" ContentType="application/vnd.openxmlformats-officedocument.presentationml.slide+xml"/>
  <Override PartName="/ppt/slides/slide481.xml" ContentType="application/vnd.openxmlformats-officedocument.presentationml.slide+xml"/>
  <Override PartName="/ppt/slides/slide482.xml" ContentType="application/vnd.openxmlformats-officedocument.presentationml.slide+xml"/>
  <Override PartName="/ppt/slides/slide483.xml" ContentType="application/vnd.openxmlformats-officedocument.presentationml.slide+xml"/>
  <Override PartName="/ppt/slides/slide484.xml" ContentType="application/vnd.openxmlformats-officedocument.presentationml.slide+xml"/>
  <Override PartName="/ppt/slides/slide485.xml" ContentType="application/vnd.openxmlformats-officedocument.presentationml.slide+xml"/>
  <Override PartName="/ppt/slides/slide486.xml" ContentType="application/vnd.openxmlformats-officedocument.presentationml.slide+xml"/>
  <Override PartName="/ppt/slides/slide487.xml" ContentType="application/vnd.openxmlformats-officedocument.presentationml.slide+xml"/>
  <Override PartName="/ppt/slides/slide488.xml" ContentType="application/vnd.openxmlformats-officedocument.presentationml.slide+xml"/>
  <Override PartName="/ppt/slides/slide489.xml" ContentType="application/vnd.openxmlformats-officedocument.presentationml.slide+xml"/>
  <Override PartName="/ppt/slides/slide49.xml" ContentType="application/vnd.openxmlformats-officedocument.presentationml.slide+xml"/>
  <Override PartName="/ppt/slides/slide490.xml" ContentType="application/vnd.openxmlformats-officedocument.presentationml.slide+xml"/>
  <Override PartName="/ppt/slides/slide491.xml" ContentType="application/vnd.openxmlformats-officedocument.presentationml.slide+xml"/>
  <Override PartName="/ppt/slides/slide492.xml" ContentType="application/vnd.openxmlformats-officedocument.presentationml.slide+xml"/>
  <Override PartName="/ppt/slides/slide493.xml" ContentType="application/vnd.openxmlformats-officedocument.presentationml.slide+xml"/>
  <Override PartName="/ppt/slides/slide494.xml" ContentType="application/vnd.openxmlformats-officedocument.presentationml.slide+xml"/>
  <Override PartName="/ppt/slides/slide495.xml" ContentType="application/vnd.openxmlformats-officedocument.presentationml.slide+xml"/>
  <Override PartName="/ppt/slides/slide496.xml" ContentType="application/vnd.openxmlformats-officedocument.presentationml.slide+xml"/>
  <Override PartName="/ppt/slides/slide497.xml" ContentType="application/vnd.openxmlformats-officedocument.presentationml.slide+xml"/>
  <Override PartName="/ppt/slides/slide498.xml" ContentType="application/vnd.openxmlformats-officedocument.presentationml.slide+xml"/>
  <Override PartName="/ppt/slides/slide49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00.xml" ContentType="application/vnd.openxmlformats-officedocument.presentationml.slide+xml"/>
  <Override PartName="/ppt/slides/slide501.xml" ContentType="application/vnd.openxmlformats-officedocument.presentationml.slide+xml"/>
  <Override PartName="/ppt/slides/slide502.xml" ContentType="application/vnd.openxmlformats-officedocument.presentationml.slide+xml"/>
  <Override PartName="/ppt/slides/slide503.xml" ContentType="application/vnd.openxmlformats-officedocument.presentationml.slide+xml"/>
  <Override PartName="/ppt/slides/slide504.xml" ContentType="application/vnd.openxmlformats-officedocument.presentationml.slide+xml"/>
  <Override PartName="/ppt/slides/slide505.xml" ContentType="application/vnd.openxmlformats-officedocument.presentationml.slide+xml"/>
  <Override PartName="/ppt/slides/slide506.xml" ContentType="application/vnd.openxmlformats-officedocument.presentationml.slide+xml"/>
  <Override PartName="/ppt/slides/slide507.xml" ContentType="application/vnd.openxmlformats-officedocument.presentationml.slide+xml"/>
  <Override PartName="/ppt/slides/slide508.xml" ContentType="application/vnd.openxmlformats-officedocument.presentationml.slide+xml"/>
  <Override PartName="/ppt/slides/slide509.xml" ContentType="application/vnd.openxmlformats-officedocument.presentationml.slide+xml"/>
  <Override PartName="/ppt/slides/slide51.xml" ContentType="application/vnd.openxmlformats-officedocument.presentationml.slide+xml"/>
  <Override PartName="/ppt/slides/slide510.xml" ContentType="application/vnd.openxmlformats-officedocument.presentationml.slide+xml"/>
  <Override PartName="/ppt/slides/slide511.xml" ContentType="application/vnd.openxmlformats-officedocument.presentationml.slide+xml"/>
  <Override PartName="/ppt/slides/slide512.xml" ContentType="application/vnd.openxmlformats-officedocument.presentationml.slide+xml"/>
  <Override PartName="/ppt/slides/slide513.xml" ContentType="application/vnd.openxmlformats-officedocument.presentationml.slide+xml"/>
  <Override PartName="/ppt/slides/slide514.xml" ContentType="application/vnd.openxmlformats-officedocument.presentationml.slide+xml"/>
  <Override PartName="/ppt/slides/slide515.xml" ContentType="application/vnd.openxmlformats-officedocument.presentationml.slide+xml"/>
  <Override PartName="/ppt/slides/slide516.xml" ContentType="application/vnd.openxmlformats-officedocument.presentationml.slide+xml"/>
  <Override PartName="/ppt/slides/slide517.xml" ContentType="application/vnd.openxmlformats-officedocument.presentationml.slide+xml"/>
  <Override PartName="/ppt/slides/slide518.xml" ContentType="application/vnd.openxmlformats-officedocument.presentationml.slide+xml"/>
  <Override PartName="/ppt/slides/slide519.xml" ContentType="application/vnd.openxmlformats-officedocument.presentationml.slide+xml"/>
  <Override PartName="/ppt/slides/slide52.xml" ContentType="application/vnd.openxmlformats-officedocument.presentationml.slide+xml"/>
  <Override PartName="/ppt/slides/slide520.xml" ContentType="application/vnd.openxmlformats-officedocument.presentationml.slide+xml"/>
  <Override PartName="/ppt/slides/slide521.xml" ContentType="application/vnd.openxmlformats-officedocument.presentationml.slide+xml"/>
  <Override PartName="/ppt/slides/slide522.xml" ContentType="application/vnd.openxmlformats-officedocument.presentationml.slide+xml"/>
  <Override PartName="/ppt/slides/slide523.xml" ContentType="application/vnd.openxmlformats-officedocument.presentationml.slide+xml"/>
  <Override PartName="/ppt/slides/slide524.xml" ContentType="application/vnd.openxmlformats-officedocument.presentationml.slide+xml"/>
  <Override PartName="/ppt/slides/slide525.xml" ContentType="application/vnd.openxmlformats-officedocument.presentationml.slide+xml"/>
  <Override PartName="/ppt/slides/slide526.xml" ContentType="application/vnd.openxmlformats-officedocument.presentationml.slide+xml"/>
  <Override PartName="/ppt/slides/slide527.xml" ContentType="application/vnd.openxmlformats-officedocument.presentationml.slide+xml"/>
  <Override PartName="/ppt/slides/slide528.xml" ContentType="application/vnd.openxmlformats-officedocument.presentationml.slide+xml"/>
  <Override PartName="/ppt/slides/slide529.xml" ContentType="application/vnd.openxmlformats-officedocument.presentationml.slide+xml"/>
  <Override PartName="/ppt/slides/slide53.xml" ContentType="application/vnd.openxmlformats-officedocument.presentationml.slide+xml"/>
  <Override PartName="/ppt/slides/slide530.xml" ContentType="application/vnd.openxmlformats-officedocument.presentationml.slide+xml"/>
  <Override PartName="/ppt/slides/slide531.xml" ContentType="application/vnd.openxmlformats-officedocument.presentationml.slide+xml"/>
  <Override PartName="/ppt/slides/slide532.xml" ContentType="application/vnd.openxmlformats-officedocument.presentationml.slide+xml"/>
  <Override PartName="/ppt/slides/slide533.xml" ContentType="application/vnd.openxmlformats-officedocument.presentationml.slide+xml"/>
  <Override PartName="/ppt/slides/slide534.xml" ContentType="application/vnd.openxmlformats-officedocument.presentationml.slide+xml"/>
  <Override PartName="/ppt/slides/slide535.xml" ContentType="application/vnd.openxmlformats-officedocument.presentationml.slide+xml"/>
  <Override PartName="/ppt/slides/slide536.xml" ContentType="application/vnd.openxmlformats-officedocument.presentationml.slide+xml"/>
  <Override PartName="/ppt/slides/slide537.xml" ContentType="application/vnd.openxmlformats-officedocument.presentationml.slide+xml"/>
  <Override PartName="/ppt/slides/slide538.xml" ContentType="application/vnd.openxmlformats-officedocument.presentationml.slide+xml"/>
  <Override PartName="/ppt/slides/slide539.xml" ContentType="application/vnd.openxmlformats-officedocument.presentationml.slide+xml"/>
  <Override PartName="/ppt/slides/slide54.xml" ContentType="application/vnd.openxmlformats-officedocument.presentationml.slide+xml"/>
  <Override PartName="/ppt/slides/slide540.xml" ContentType="application/vnd.openxmlformats-officedocument.presentationml.slide+xml"/>
  <Override PartName="/ppt/slides/slide541.xml" ContentType="application/vnd.openxmlformats-officedocument.presentationml.slide+xml"/>
  <Override PartName="/ppt/slides/slide542.xml" ContentType="application/vnd.openxmlformats-officedocument.presentationml.slide+xml"/>
  <Override PartName="/ppt/slides/slide543.xml" ContentType="application/vnd.openxmlformats-officedocument.presentationml.slide+xml"/>
  <Override PartName="/ppt/slides/slide544.xml" ContentType="application/vnd.openxmlformats-officedocument.presentationml.slide+xml"/>
  <Override PartName="/ppt/slides/slide545.xml" ContentType="application/vnd.openxmlformats-officedocument.presentationml.slide+xml"/>
  <Override PartName="/ppt/slides/slide546.xml" ContentType="application/vnd.openxmlformats-officedocument.presentationml.slide+xml"/>
  <Override PartName="/ppt/slides/slide547.xml" ContentType="application/vnd.openxmlformats-officedocument.presentationml.slide+xml"/>
  <Override PartName="/ppt/slides/slide548.xml" ContentType="application/vnd.openxmlformats-officedocument.presentationml.slide+xml"/>
  <Override PartName="/ppt/slides/slide549.xml" ContentType="application/vnd.openxmlformats-officedocument.presentationml.slide+xml"/>
  <Override PartName="/ppt/slides/slide55.xml" ContentType="application/vnd.openxmlformats-officedocument.presentationml.slide+xml"/>
  <Override PartName="/ppt/slides/slide550.xml" ContentType="application/vnd.openxmlformats-officedocument.presentationml.slide+xml"/>
  <Override PartName="/ppt/slides/slide551.xml" ContentType="application/vnd.openxmlformats-officedocument.presentationml.slide+xml"/>
  <Override PartName="/ppt/slides/slide552.xml" ContentType="application/vnd.openxmlformats-officedocument.presentationml.slide+xml"/>
  <Override PartName="/ppt/slides/slide553.xml" ContentType="application/vnd.openxmlformats-officedocument.presentationml.slide+xml"/>
  <Override PartName="/ppt/slides/slide554.xml" ContentType="application/vnd.openxmlformats-officedocument.presentationml.slide+xml"/>
  <Override PartName="/ppt/slides/slide555.xml" ContentType="application/vnd.openxmlformats-officedocument.presentationml.slide+xml"/>
  <Override PartName="/ppt/slides/slide556.xml" ContentType="application/vnd.openxmlformats-officedocument.presentationml.slide+xml"/>
  <Override PartName="/ppt/slides/slide557.xml" ContentType="application/vnd.openxmlformats-officedocument.presentationml.slide+xml"/>
  <Override PartName="/ppt/slides/slide558.xml" ContentType="application/vnd.openxmlformats-officedocument.presentationml.slide+xml"/>
  <Override PartName="/ppt/slides/slide559.xml" ContentType="application/vnd.openxmlformats-officedocument.presentationml.slide+xml"/>
  <Override PartName="/ppt/slides/slide56.xml" ContentType="application/vnd.openxmlformats-officedocument.presentationml.slide+xml"/>
  <Override PartName="/ppt/slides/slide560.xml" ContentType="application/vnd.openxmlformats-officedocument.presentationml.slide+xml"/>
  <Override PartName="/ppt/slides/slide561.xml" ContentType="application/vnd.openxmlformats-officedocument.presentationml.slide+xml"/>
  <Override PartName="/ppt/slides/slide562.xml" ContentType="application/vnd.openxmlformats-officedocument.presentationml.slide+xml"/>
  <Override PartName="/ppt/slides/slide563.xml" ContentType="application/vnd.openxmlformats-officedocument.presentationml.slide+xml"/>
  <Override PartName="/ppt/slides/slide564.xml" ContentType="application/vnd.openxmlformats-officedocument.presentationml.slide+xml"/>
  <Override PartName="/ppt/slides/slide565.xml" ContentType="application/vnd.openxmlformats-officedocument.presentationml.slide+xml"/>
  <Override PartName="/ppt/slides/slide566.xml" ContentType="application/vnd.openxmlformats-officedocument.presentationml.slide+xml"/>
  <Override PartName="/ppt/slides/slide567.xml" ContentType="application/vnd.openxmlformats-officedocument.presentationml.slide+xml"/>
  <Override PartName="/ppt/slides/slide568.xml" ContentType="application/vnd.openxmlformats-officedocument.presentationml.slide+xml"/>
  <Override PartName="/ppt/slides/slide569.xml" ContentType="application/vnd.openxmlformats-officedocument.presentationml.slide+xml"/>
  <Override PartName="/ppt/slides/slide57.xml" ContentType="application/vnd.openxmlformats-officedocument.presentationml.slide+xml"/>
  <Override PartName="/ppt/slides/slide570.xml" ContentType="application/vnd.openxmlformats-officedocument.presentationml.slide+xml"/>
  <Override PartName="/ppt/slides/slide571.xml" ContentType="application/vnd.openxmlformats-officedocument.presentationml.slide+xml"/>
  <Override PartName="/ppt/slides/slide572.xml" ContentType="application/vnd.openxmlformats-officedocument.presentationml.slide+xml"/>
  <Override PartName="/ppt/slides/slide573.xml" ContentType="application/vnd.openxmlformats-officedocument.presentationml.slide+xml"/>
  <Override PartName="/ppt/slides/slide574.xml" ContentType="application/vnd.openxmlformats-officedocument.presentationml.slide+xml"/>
  <Override PartName="/ppt/slides/slide575.xml" ContentType="application/vnd.openxmlformats-officedocument.presentationml.slide+xml"/>
  <Override PartName="/ppt/slides/slide576.xml" ContentType="application/vnd.openxmlformats-officedocument.presentationml.slide+xml"/>
  <Override PartName="/ppt/slides/slide577.xml" ContentType="application/vnd.openxmlformats-officedocument.presentationml.slide+xml"/>
  <Override PartName="/ppt/slides/slide578.xml" ContentType="application/vnd.openxmlformats-officedocument.presentationml.slide+xml"/>
  <Override PartName="/ppt/slides/slide579.xml" ContentType="application/vnd.openxmlformats-officedocument.presentationml.slide+xml"/>
  <Override PartName="/ppt/slides/slide58.xml" ContentType="application/vnd.openxmlformats-officedocument.presentationml.slide+xml"/>
  <Override PartName="/ppt/slides/slide580.xml" ContentType="application/vnd.openxmlformats-officedocument.presentationml.slide+xml"/>
  <Override PartName="/ppt/slides/slide581.xml" ContentType="application/vnd.openxmlformats-officedocument.presentationml.slide+xml"/>
  <Override PartName="/ppt/slides/slide582.xml" ContentType="application/vnd.openxmlformats-officedocument.presentationml.slide+xml"/>
  <Override PartName="/ppt/slides/slide583.xml" ContentType="application/vnd.openxmlformats-officedocument.presentationml.slide+xml"/>
  <Override PartName="/ppt/slides/slide584.xml" ContentType="application/vnd.openxmlformats-officedocument.presentationml.slide+xml"/>
  <Override PartName="/ppt/slides/slide585.xml" ContentType="application/vnd.openxmlformats-officedocument.presentationml.slide+xml"/>
  <Override PartName="/ppt/slides/slide586.xml" ContentType="application/vnd.openxmlformats-officedocument.presentationml.slide+xml"/>
  <Override PartName="/ppt/slides/slide587.xml" ContentType="application/vnd.openxmlformats-officedocument.presentationml.slide+xml"/>
  <Override PartName="/ppt/slides/slide588.xml" ContentType="application/vnd.openxmlformats-officedocument.presentationml.slide+xml"/>
  <Override PartName="/ppt/slides/slide589.xml" ContentType="application/vnd.openxmlformats-officedocument.presentationml.slide+xml"/>
  <Override PartName="/ppt/slides/slide59.xml" ContentType="application/vnd.openxmlformats-officedocument.presentationml.slide+xml"/>
  <Override PartName="/ppt/slides/slide590.xml" ContentType="application/vnd.openxmlformats-officedocument.presentationml.slide+xml"/>
  <Override PartName="/ppt/slides/slide591.xml" ContentType="application/vnd.openxmlformats-officedocument.presentationml.slide+xml"/>
  <Override PartName="/ppt/slides/slide592.xml" ContentType="application/vnd.openxmlformats-officedocument.presentationml.slide+xml"/>
  <Override PartName="/ppt/slides/slide593.xml" ContentType="application/vnd.openxmlformats-officedocument.presentationml.slide+xml"/>
  <Override PartName="/ppt/slides/slide594.xml" ContentType="application/vnd.openxmlformats-officedocument.presentationml.slide+xml"/>
  <Override PartName="/ppt/slides/slide595.xml" ContentType="application/vnd.openxmlformats-officedocument.presentationml.slide+xml"/>
  <Override PartName="/ppt/slides/slide596.xml" ContentType="application/vnd.openxmlformats-officedocument.presentationml.slide+xml"/>
  <Override PartName="/ppt/slides/slide597.xml" ContentType="application/vnd.openxmlformats-officedocument.presentationml.slide+xml"/>
  <Override PartName="/ppt/slides/slide598.xml" ContentType="application/vnd.openxmlformats-officedocument.presentationml.slide+xml"/>
  <Override PartName="/ppt/slides/slide59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00.xml" ContentType="application/vnd.openxmlformats-officedocument.presentationml.slide+xml"/>
  <Override PartName="/ppt/slides/slide601.xml" ContentType="application/vnd.openxmlformats-officedocument.presentationml.slide+xml"/>
  <Override PartName="/ppt/slides/slide602.xml" ContentType="application/vnd.openxmlformats-officedocument.presentationml.slide+xml"/>
  <Override PartName="/ppt/slides/slide603.xml" ContentType="application/vnd.openxmlformats-officedocument.presentationml.slide+xml"/>
  <Override PartName="/ppt/slides/slide604.xml" ContentType="application/vnd.openxmlformats-officedocument.presentationml.slide+xml"/>
  <Override PartName="/ppt/slides/slide605.xml" ContentType="application/vnd.openxmlformats-officedocument.presentationml.slide+xml"/>
  <Override PartName="/ppt/slides/slide606.xml" ContentType="application/vnd.openxmlformats-officedocument.presentationml.slide+xml"/>
  <Override PartName="/ppt/slides/slide607.xml" ContentType="application/vnd.openxmlformats-officedocument.presentationml.slide+xml"/>
  <Override PartName="/ppt/slides/slide608.xml" ContentType="application/vnd.openxmlformats-officedocument.presentationml.slide+xml"/>
  <Override PartName="/ppt/slides/slide609.xml" ContentType="application/vnd.openxmlformats-officedocument.presentationml.slide+xml"/>
  <Override PartName="/ppt/slides/slide61.xml" ContentType="application/vnd.openxmlformats-officedocument.presentationml.slide+xml"/>
  <Override PartName="/ppt/slides/slide610.xml" ContentType="application/vnd.openxmlformats-officedocument.presentationml.slide+xml"/>
  <Override PartName="/ppt/slides/slide611.xml" ContentType="application/vnd.openxmlformats-officedocument.presentationml.slide+xml"/>
  <Override PartName="/ppt/slides/slide612.xml" ContentType="application/vnd.openxmlformats-officedocument.presentationml.slide+xml"/>
  <Override PartName="/ppt/slides/slide613.xml" ContentType="application/vnd.openxmlformats-officedocument.presentationml.slide+xml"/>
  <Override PartName="/ppt/slides/slide614.xml" ContentType="application/vnd.openxmlformats-officedocument.presentationml.slide+xml"/>
  <Override PartName="/ppt/slides/slide615.xml" ContentType="application/vnd.openxmlformats-officedocument.presentationml.slide+xml"/>
  <Override PartName="/ppt/slides/slide616.xml" ContentType="application/vnd.openxmlformats-officedocument.presentationml.slide+xml"/>
  <Override PartName="/ppt/slides/slide617.xml" ContentType="application/vnd.openxmlformats-officedocument.presentationml.slide+xml"/>
  <Override PartName="/ppt/slides/slide618.xml" ContentType="application/vnd.openxmlformats-officedocument.presentationml.slide+xml"/>
  <Override PartName="/ppt/slides/slide619.xml" ContentType="application/vnd.openxmlformats-officedocument.presentationml.slide+xml"/>
  <Override PartName="/ppt/slides/slide62.xml" ContentType="application/vnd.openxmlformats-officedocument.presentationml.slide+xml"/>
  <Override PartName="/ppt/slides/slide620.xml" ContentType="application/vnd.openxmlformats-officedocument.presentationml.slide+xml"/>
  <Override PartName="/ppt/slides/slide621.xml" ContentType="application/vnd.openxmlformats-officedocument.presentationml.slide+xml"/>
  <Override PartName="/ppt/slides/slide622.xml" ContentType="application/vnd.openxmlformats-officedocument.presentationml.slide+xml"/>
  <Override PartName="/ppt/slides/slide623.xml" ContentType="application/vnd.openxmlformats-officedocument.presentationml.slide+xml"/>
  <Override PartName="/ppt/slides/slide624.xml" ContentType="application/vnd.openxmlformats-officedocument.presentationml.slide+xml"/>
  <Override PartName="/ppt/slides/slide625.xml" ContentType="application/vnd.openxmlformats-officedocument.presentationml.slide+xml"/>
  <Override PartName="/ppt/slides/slide626.xml" ContentType="application/vnd.openxmlformats-officedocument.presentationml.slide+xml"/>
  <Override PartName="/ppt/slides/slide627.xml" ContentType="application/vnd.openxmlformats-officedocument.presentationml.slide+xml"/>
  <Override PartName="/ppt/slides/slide628.xml" ContentType="application/vnd.openxmlformats-officedocument.presentationml.slide+xml"/>
  <Override PartName="/ppt/slides/slide629.xml" ContentType="application/vnd.openxmlformats-officedocument.presentationml.slide+xml"/>
  <Override PartName="/ppt/slides/slide63.xml" ContentType="application/vnd.openxmlformats-officedocument.presentationml.slide+xml"/>
  <Override PartName="/ppt/slides/slide630.xml" ContentType="application/vnd.openxmlformats-officedocument.presentationml.slide+xml"/>
  <Override PartName="/ppt/slides/slide631.xml" ContentType="application/vnd.openxmlformats-officedocument.presentationml.slide+xml"/>
  <Override PartName="/ppt/slides/slide632.xml" ContentType="application/vnd.openxmlformats-officedocument.presentationml.slide+xml"/>
  <Override PartName="/ppt/slides/slide633.xml" ContentType="application/vnd.openxmlformats-officedocument.presentationml.slide+xml"/>
  <Override PartName="/ppt/slides/slide634.xml" ContentType="application/vnd.openxmlformats-officedocument.presentationml.slide+xml"/>
  <Override PartName="/ppt/slides/slide635.xml" ContentType="application/vnd.openxmlformats-officedocument.presentationml.slide+xml"/>
  <Override PartName="/ppt/slides/slide636.xml" ContentType="application/vnd.openxmlformats-officedocument.presentationml.slide+xml"/>
  <Override PartName="/ppt/slides/slide637.xml" ContentType="application/vnd.openxmlformats-officedocument.presentationml.slide+xml"/>
  <Override PartName="/ppt/slides/slide638.xml" ContentType="application/vnd.openxmlformats-officedocument.presentationml.slide+xml"/>
  <Override PartName="/ppt/slides/slide639.xml" ContentType="application/vnd.openxmlformats-officedocument.presentationml.slide+xml"/>
  <Override PartName="/ppt/slides/slide64.xml" ContentType="application/vnd.openxmlformats-officedocument.presentationml.slide+xml"/>
  <Override PartName="/ppt/slides/slide640.xml" ContentType="application/vnd.openxmlformats-officedocument.presentationml.slide+xml"/>
  <Override PartName="/ppt/slides/slide641.xml" ContentType="application/vnd.openxmlformats-officedocument.presentationml.slide+xml"/>
  <Override PartName="/ppt/slides/slide642.xml" ContentType="application/vnd.openxmlformats-officedocument.presentationml.slide+xml"/>
  <Override PartName="/ppt/slides/slide643.xml" ContentType="application/vnd.openxmlformats-officedocument.presentationml.slide+xml"/>
  <Override PartName="/ppt/slides/slide644.xml" ContentType="application/vnd.openxmlformats-officedocument.presentationml.slide+xml"/>
  <Override PartName="/ppt/slides/slide645.xml" ContentType="application/vnd.openxmlformats-officedocument.presentationml.slide+xml"/>
  <Override PartName="/ppt/slides/slide646.xml" ContentType="application/vnd.openxmlformats-officedocument.presentationml.slide+xml"/>
  <Override PartName="/ppt/slides/slide647.xml" ContentType="application/vnd.openxmlformats-officedocument.presentationml.slide+xml"/>
  <Override PartName="/ppt/slides/slide648.xml" ContentType="application/vnd.openxmlformats-officedocument.presentationml.slide+xml"/>
  <Override PartName="/ppt/slides/slide649.xml" ContentType="application/vnd.openxmlformats-officedocument.presentationml.slide+xml"/>
  <Override PartName="/ppt/slides/slide65.xml" ContentType="application/vnd.openxmlformats-officedocument.presentationml.slide+xml"/>
  <Override PartName="/ppt/slides/slide650.xml" ContentType="application/vnd.openxmlformats-officedocument.presentationml.slide+xml"/>
  <Override PartName="/ppt/slides/slide651.xml" ContentType="application/vnd.openxmlformats-officedocument.presentationml.slide+xml"/>
  <Override PartName="/ppt/slides/slide652.xml" ContentType="application/vnd.openxmlformats-officedocument.presentationml.slide+xml"/>
  <Override PartName="/ppt/slides/slide653.xml" ContentType="application/vnd.openxmlformats-officedocument.presentationml.slide+xml"/>
  <Override PartName="/ppt/slides/slide654.xml" ContentType="application/vnd.openxmlformats-officedocument.presentationml.slide+xml"/>
  <Override PartName="/ppt/slides/slide655.xml" ContentType="application/vnd.openxmlformats-officedocument.presentationml.slide+xml"/>
  <Override PartName="/ppt/slides/slide656.xml" ContentType="application/vnd.openxmlformats-officedocument.presentationml.slide+xml"/>
  <Override PartName="/ppt/slides/slide657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  <p:sldId id="415" r:id="rId166"/>
    <p:sldId id="416" r:id="rId167"/>
    <p:sldId id="417" r:id="rId168"/>
    <p:sldId id="418" r:id="rId169"/>
    <p:sldId id="419" r:id="rId170"/>
    <p:sldId id="420" r:id="rId171"/>
    <p:sldId id="421" r:id="rId172"/>
    <p:sldId id="422" r:id="rId173"/>
    <p:sldId id="423" r:id="rId174"/>
    <p:sldId id="424" r:id="rId175"/>
    <p:sldId id="425" r:id="rId176"/>
    <p:sldId id="426" r:id="rId177"/>
    <p:sldId id="427" r:id="rId178"/>
    <p:sldId id="428" r:id="rId179"/>
    <p:sldId id="429" r:id="rId180"/>
    <p:sldId id="430" r:id="rId181"/>
    <p:sldId id="431" r:id="rId182"/>
    <p:sldId id="432" r:id="rId183"/>
    <p:sldId id="433" r:id="rId184"/>
    <p:sldId id="434" r:id="rId185"/>
    <p:sldId id="435" r:id="rId186"/>
    <p:sldId id="436" r:id="rId187"/>
    <p:sldId id="437" r:id="rId188"/>
    <p:sldId id="438" r:id="rId189"/>
    <p:sldId id="439" r:id="rId190"/>
    <p:sldId id="440" r:id="rId191"/>
    <p:sldId id="441" r:id="rId192"/>
    <p:sldId id="442" r:id="rId193"/>
    <p:sldId id="443" r:id="rId194"/>
    <p:sldId id="444" r:id="rId195"/>
    <p:sldId id="445" r:id="rId196"/>
    <p:sldId id="446" r:id="rId197"/>
    <p:sldId id="447" r:id="rId198"/>
    <p:sldId id="448" r:id="rId199"/>
    <p:sldId id="449" r:id="rId200"/>
    <p:sldId id="450" r:id="rId201"/>
    <p:sldId id="451" r:id="rId202"/>
    <p:sldId id="452" r:id="rId203"/>
    <p:sldId id="453" r:id="rId204"/>
    <p:sldId id="454" r:id="rId205"/>
    <p:sldId id="455" r:id="rId206"/>
    <p:sldId id="456" r:id="rId207"/>
    <p:sldId id="457" r:id="rId208"/>
    <p:sldId id="458" r:id="rId209"/>
    <p:sldId id="459" r:id="rId210"/>
    <p:sldId id="460" r:id="rId211"/>
    <p:sldId id="461" r:id="rId212"/>
    <p:sldId id="462" r:id="rId213"/>
    <p:sldId id="463" r:id="rId214"/>
    <p:sldId id="464" r:id="rId215"/>
    <p:sldId id="465" r:id="rId216"/>
    <p:sldId id="466" r:id="rId217"/>
    <p:sldId id="467" r:id="rId218"/>
    <p:sldId id="468" r:id="rId219"/>
    <p:sldId id="469" r:id="rId220"/>
    <p:sldId id="470" r:id="rId221"/>
    <p:sldId id="471" r:id="rId222"/>
    <p:sldId id="472" r:id="rId223"/>
    <p:sldId id="473" r:id="rId224"/>
    <p:sldId id="474" r:id="rId225"/>
    <p:sldId id="475" r:id="rId226"/>
    <p:sldId id="476" r:id="rId227"/>
    <p:sldId id="477" r:id="rId228"/>
    <p:sldId id="478" r:id="rId229"/>
    <p:sldId id="479" r:id="rId230"/>
    <p:sldId id="480" r:id="rId231"/>
    <p:sldId id="481" r:id="rId232"/>
    <p:sldId id="482" r:id="rId233"/>
    <p:sldId id="483" r:id="rId234"/>
    <p:sldId id="484" r:id="rId235"/>
    <p:sldId id="485" r:id="rId236"/>
    <p:sldId id="486" r:id="rId237"/>
    <p:sldId id="487" r:id="rId238"/>
    <p:sldId id="488" r:id="rId239"/>
    <p:sldId id="489" r:id="rId240"/>
    <p:sldId id="490" r:id="rId241"/>
    <p:sldId id="491" r:id="rId242"/>
    <p:sldId id="492" r:id="rId243"/>
    <p:sldId id="493" r:id="rId244"/>
    <p:sldId id="494" r:id="rId245"/>
    <p:sldId id="495" r:id="rId246"/>
    <p:sldId id="496" r:id="rId247"/>
    <p:sldId id="497" r:id="rId248"/>
    <p:sldId id="498" r:id="rId249"/>
    <p:sldId id="499" r:id="rId250"/>
    <p:sldId id="500" r:id="rId251"/>
    <p:sldId id="501" r:id="rId252"/>
    <p:sldId id="502" r:id="rId253"/>
    <p:sldId id="503" r:id="rId254"/>
    <p:sldId id="504" r:id="rId255"/>
    <p:sldId id="505" r:id="rId256"/>
    <p:sldId id="506" r:id="rId257"/>
    <p:sldId id="507" r:id="rId258"/>
    <p:sldId id="508" r:id="rId259"/>
    <p:sldId id="509" r:id="rId260"/>
    <p:sldId id="510" r:id="rId261"/>
    <p:sldId id="511" r:id="rId262"/>
    <p:sldId id="512" r:id="rId263"/>
    <p:sldId id="513" r:id="rId264"/>
    <p:sldId id="514" r:id="rId265"/>
    <p:sldId id="515" r:id="rId266"/>
    <p:sldId id="516" r:id="rId267"/>
    <p:sldId id="517" r:id="rId268"/>
    <p:sldId id="518" r:id="rId269"/>
    <p:sldId id="519" r:id="rId270"/>
    <p:sldId id="520" r:id="rId271"/>
    <p:sldId id="521" r:id="rId272"/>
    <p:sldId id="522" r:id="rId273"/>
    <p:sldId id="523" r:id="rId274"/>
    <p:sldId id="524" r:id="rId275"/>
    <p:sldId id="525" r:id="rId276"/>
    <p:sldId id="526" r:id="rId277"/>
    <p:sldId id="527" r:id="rId278"/>
    <p:sldId id="528" r:id="rId279"/>
    <p:sldId id="529" r:id="rId280"/>
    <p:sldId id="530" r:id="rId281"/>
    <p:sldId id="531" r:id="rId282"/>
    <p:sldId id="532" r:id="rId283"/>
    <p:sldId id="533" r:id="rId284"/>
    <p:sldId id="534" r:id="rId285"/>
    <p:sldId id="535" r:id="rId286"/>
    <p:sldId id="536" r:id="rId287"/>
    <p:sldId id="537" r:id="rId288"/>
    <p:sldId id="538" r:id="rId289"/>
    <p:sldId id="539" r:id="rId290"/>
    <p:sldId id="540" r:id="rId291"/>
    <p:sldId id="541" r:id="rId292"/>
    <p:sldId id="542" r:id="rId293"/>
    <p:sldId id="543" r:id="rId294"/>
    <p:sldId id="544" r:id="rId295"/>
    <p:sldId id="545" r:id="rId296"/>
    <p:sldId id="546" r:id="rId297"/>
    <p:sldId id="547" r:id="rId298"/>
    <p:sldId id="548" r:id="rId299"/>
    <p:sldId id="549" r:id="rId300"/>
    <p:sldId id="550" r:id="rId301"/>
    <p:sldId id="551" r:id="rId302"/>
    <p:sldId id="552" r:id="rId303"/>
    <p:sldId id="553" r:id="rId304"/>
    <p:sldId id="554" r:id="rId305"/>
    <p:sldId id="555" r:id="rId306"/>
    <p:sldId id="556" r:id="rId307"/>
    <p:sldId id="557" r:id="rId308"/>
    <p:sldId id="558" r:id="rId309"/>
    <p:sldId id="559" r:id="rId310"/>
    <p:sldId id="560" r:id="rId311"/>
    <p:sldId id="561" r:id="rId312"/>
    <p:sldId id="562" r:id="rId313"/>
    <p:sldId id="563" r:id="rId314"/>
    <p:sldId id="564" r:id="rId315"/>
    <p:sldId id="565" r:id="rId316"/>
    <p:sldId id="566" r:id="rId317"/>
    <p:sldId id="567" r:id="rId318"/>
    <p:sldId id="568" r:id="rId319"/>
    <p:sldId id="569" r:id="rId320"/>
    <p:sldId id="570" r:id="rId321"/>
    <p:sldId id="571" r:id="rId322"/>
    <p:sldId id="572" r:id="rId323"/>
    <p:sldId id="573" r:id="rId324"/>
    <p:sldId id="574" r:id="rId325"/>
    <p:sldId id="575" r:id="rId326"/>
    <p:sldId id="576" r:id="rId327"/>
    <p:sldId id="577" r:id="rId328"/>
    <p:sldId id="578" r:id="rId329"/>
    <p:sldId id="579" r:id="rId330"/>
    <p:sldId id="580" r:id="rId331"/>
    <p:sldId id="581" r:id="rId332"/>
    <p:sldId id="582" r:id="rId333"/>
    <p:sldId id="583" r:id="rId334"/>
    <p:sldId id="584" r:id="rId335"/>
    <p:sldId id="585" r:id="rId336"/>
    <p:sldId id="586" r:id="rId337"/>
    <p:sldId id="587" r:id="rId338"/>
    <p:sldId id="588" r:id="rId339"/>
    <p:sldId id="589" r:id="rId340"/>
    <p:sldId id="590" r:id="rId341"/>
    <p:sldId id="591" r:id="rId342"/>
    <p:sldId id="592" r:id="rId343"/>
    <p:sldId id="593" r:id="rId344"/>
    <p:sldId id="594" r:id="rId345"/>
    <p:sldId id="595" r:id="rId346"/>
    <p:sldId id="596" r:id="rId347"/>
    <p:sldId id="597" r:id="rId348"/>
    <p:sldId id="598" r:id="rId349"/>
    <p:sldId id="599" r:id="rId350"/>
    <p:sldId id="600" r:id="rId351"/>
    <p:sldId id="601" r:id="rId352"/>
    <p:sldId id="602" r:id="rId353"/>
    <p:sldId id="603" r:id="rId354"/>
    <p:sldId id="604" r:id="rId355"/>
    <p:sldId id="605" r:id="rId356"/>
    <p:sldId id="606" r:id="rId357"/>
    <p:sldId id="607" r:id="rId358"/>
    <p:sldId id="608" r:id="rId359"/>
    <p:sldId id="609" r:id="rId360"/>
    <p:sldId id="610" r:id="rId361"/>
    <p:sldId id="611" r:id="rId362"/>
    <p:sldId id="612" r:id="rId363"/>
    <p:sldId id="613" r:id="rId364"/>
    <p:sldId id="614" r:id="rId365"/>
    <p:sldId id="615" r:id="rId366"/>
    <p:sldId id="616" r:id="rId367"/>
    <p:sldId id="617" r:id="rId368"/>
    <p:sldId id="618" r:id="rId369"/>
    <p:sldId id="619" r:id="rId370"/>
    <p:sldId id="620" r:id="rId371"/>
    <p:sldId id="621" r:id="rId372"/>
    <p:sldId id="622" r:id="rId373"/>
    <p:sldId id="623" r:id="rId374"/>
    <p:sldId id="624" r:id="rId375"/>
    <p:sldId id="625" r:id="rId376"/>
    <p:sldId id="626" r:id="rId377"/>
    <p:sldId id="627" r:id="rId378"/>
    <p:sldId id="628" r:id="rId379"/>
    <p:sldId id="629" r:id="rId380"/>
    <p:sldId id="630" r:id="rId381"/>
    <p:sldId id="631" r:id="rId382"/>
    <p:sldId id="632" r:id="rId383"/>
    <p:sldId id="633" r:id="rId384"/>
    <p:sldId id="634" r:id="rId385"/>
    <p:sldId id="635" r:id="rId386"/>
    <p:sldId id="636" r:id="rId387"/>
    <p:sldId id="637" r:id="rId388"/>
    <p:sldId id="638" r:id="rId389"/>
    <p:sldId id="639" r:id="rId390"/>
    <p:sldId id="640" r:id="rId391"/>
    <p:sldId id="641" r:id="rId392"/>
    <p:sldId id="642" r:id="rId393"/>
    <p:sldId id="643" r:id="rId394"/>
    <p:sldId id="644" r:id="rId395"/>
    <p:sldId id="645" r:id="rId396"/>
    <p:sldId id="646" r:id="rId397"/>
    <p:sldId id="647" r:id="rId398"/>
    <p:sldId id="648" r:id="rId399"/>
    <p:sldId id="649" r:id="rId400"/>
    <p:sldId id="650" r:id="rId401"/>
    <p:sldId id="651" r:id="rId402"/>
    <p:sldId id="652" r:id="rId403"/>
    <p:sldId id="653" r:id="rId404"/>
    <p:sldId id="654" r:id="rId405"/>
    <p:sldId id="655" r:id="rId406"/>
    <p:sldId id="656" r:id="rId407"/>
    <p:sldId id="657" r:id="rId408"/>
    <p:sldId id="658" r:id="rId409"/>
    <p:sldId id="659" r:id="rId410"/>
    <p:sldId id="660" r:id="rId411"/>
    <p:sldId id="661" r:id="rId412"/>
    <p:sldId id="662" r:id="rId413"/>
    <p:sldId id="663" r:id="rId414"/>
    <p:sldId id="664" r:id="rId415"/>
    <p:sldId id="665" r:id="rId416"/>
    <p:sldId id="666" r:id="rId417"/>
    <p:sldId id="667" r:id="rId418"/>
    <p:sldId id="668" r:id="rId419"/>
    <p:sldId id="669" r:id="rId420"/>
    <p:sldId id="670" r:id="rId421"/>
    <p:sldId id="671" r:id="rId422"/>
    <p:sldId id="672" r:id="rId423"/>
    <p:sldId id="673" r:id="rId424"/>
    <p:sldId id="674" r:id="rId425"/>
    <p:sldId id="675" r:id="rId426"/>
    <p:sldId id="676" r:id="rId427"/>
    <p:sldId id="677" r:id="rId428"/>
    <p:sldId id="678" r:id="rId429"/>
    <p:sldId id="679" r:id="rId430"/>
    <p:sldId id="680" r:id="rId431"/>
    <p:sldId id="681" r:id="rId432"/>
    <p:sldId id="682" r:id="rId433"/>
    <p:sldId id="683" r:id="rId434"/>
    <p:sldId id="684" r:id="rId435"/>
    <p:sldId id="685" r:id="rId436"/>
    <p:sldId id="686" r:id="rId437"/>
    <p:sldId id="687" r:id="rId438"/>
    <p:sldId id="688" r:id="rId439"/>
    <p:sldId id="689" r:id="rId440"/>
    <p:sldId id="690" r:id="rId441"/>
    <p:sldId id="691" r:id="rId442"/>
    <p:sldId id="692" r:id="rId443"/>
    <p:sldId id="693" r:id="rId444"/>
    <p:sldId id="694" r:id="rId445"/>
    <p:sldId id="695" r:id="rId446"/>
    <p:sldId id="696" r:id="rId447"/>
    <p:sldId id="697" r:id="rId448"/>
    <p:sldId id="698" r:id="rId449"/>
    <p:sldId id="699" r:id="rId450"/>
    <p:sldId id="700" r:id="rId451"/>
    <p:sldId id="701" r:id="rId452"/>
    <p:sldId id="702" r:id="rId453"/>
    <p:sldId id="703" r:id="rId454"/>
    <p:sldId id="704" r:id="rId455"/>
    <p:sldId id="705" r:id="rId456"/>
    <p:sldId id="706" r:id="rId457"/>
    <p:sldId id="707" r:id="rId458"/>
    <p:sldId id="708" r:id="rId459"/>
    <p:sldId id="709" r:id="rId460"/>
    <p:sldId id="710" r:id="rId461"/>
    <p:sldId id="711" r:id="rId462"/>
    <p:sldId id="712" r:id="rId463"/>
    <p:sldId id="713" r:id="rId464"/>
    <p:sldId id="714" r:id="rId465"/>
    <p:sldId id="715" r:id="rId466"/>
    <p:sldId id="716" r:id="rId467"/>
    <p:sldId id="717" r:id="rId468"/>
    <p:sldId id="718" r:id="rId469"/>
    <p:sldId id="719" r:id="rId470"/>
    <p:sldId id="720" r:id="rId471"/>
    <p:sldId id="721" r:id="rId472"/>
    <p:sldId id="722" r:id="rId473"/>
    <p:sldId id="723" r:id="rId474"/>
    <p:sldId id="724" r:id="rId475"/>
    <p:sldId id="725" r:id="rId476"/>
    <p:sldId id="726" r:id="rId477"/>
    <p:sldId id="727" r:id="rId478"/>
    <p:sldId id="728" r:id="rId479"/>
    <p:sldId id="729" r:id="rId480"/>
    <p:sldId id="730" r:id="rId481"/>
    <p:sldId id="731" r:id="rId482"/>
    <p:sldId id="732" r:id="rId483"/>
    <p:sldId id="733" r:id="rId484"/>
    <p:sldId id="734" r:id="rId485"/>
    <p:sldId id="735" r:id="rId486"/>
    <p:sldId id="736" r:id="rId487"/>
    <p:sldId id="737" r:id="rId488"/>
    <p:sldId id="738" r:id="rId489"/>
    <p:sldId id="739" r:id="rId490"/>
    <p:sldId id="740" r:id="rId491"/>
    <p:sldId id="741" r:id="rId492"/>
    <p:sldId id="742" r:id="rId493"/>
    <p:sldId id="743" r:id="rId494"/>
    <p:sldId id="744" r:id="rId495"/>
    <p:sldId id="745" r:id="rId496"/>
    <p:sldId id="746" r:id="rId497"/>
    <p:sldId id="747" r:id="rId498"/>
    <p:sldId id="748" r:id="rId499"/>
    <p:sldId id="749" r:id="rId500"/>
    <p:sldId id="750" r:id="rId501"/>
    <p:sldId id="751" r:id="rId502"/>
    <p:sldId id="752" r:id="rId503"/>
    <p:sldId id="753" r:id="rId504"/>
    <p:sldId id="754" r:id="rId505"/>
    <p:sldId id="755" r:id="rId506"/>
    <p:sldId id="756" r:id="rId507"/>
    <p:sldId id="757" r:id="rId508"/>
    <p:sldId id="758" r:id="rId509"/>
    <p:sldId id="759" r:id="rId510"/>
    <p:sldId id="760" r:id="rId511"/>
    <p:sldId id="761" r:id="rId512"/>
    <p:sldId id="762" r:id="rId513"/>
    <p:sldId id="763" r:id="rId514"/>
    <p:sldId id="764" r:id="rId515"/>
    <p:sldId id="765" r:id="rId516"/>
    <p:sldId id="766" r:id="rId517"/>
    <p:sldId id="767" r:id="rId518"/>
    <p:sldId id="768" r:id="rId519"/>
    <p:sldId id="769" r:id="rId520"/>
    <p:sldId id="770" r:id="rId521"/>
    <p:sldId id="771" r:id="rId522"/>
    <p:sldId id="772" r:id="rId523"/>
    <p:sldId id="773" r:id="rId524"/>
    <p:sldId id="774" r:id="rId525"/>
    <p:sldId id="775" r:id="rId526"/>
    <p:sldId id="776" r:id="rId527"/>
    <p:sldId id="777" r:id="rId528"/>
    <p:sldId id="778" r:id="rId529"/>
    <p:sldId id="779" r:id="rId530"/>
    <p:sldId id="780" r:id="rId531"/>
    <p:sldId id="781" r:id="rId532"/>
    <p:sldId id="782" r:id="rId533"/>
    <p:sldId id="783" r:id="rId534"/>
    <p:sldId id="784" r:id="rId535"/>
    <p:sldId id="785" r:id="rId536"/>
    <p:sldId id="786" r:id="rId537"/>
    <p:sldId id="787" r:id="rId538"/>
    <p:sldId id="788" r:id="rId539"/>
    <p:sldId id="789" r:id="rId540"/>
    <p:sldId id="790" r:id="rId541"/>
    <p:sldId id="791" r:id="rId542"/>
    <p:sldId id="792" r:id="rId543"/>
    <p:sldId id="793" r:id="rId544"/>
    <p:sldId id="794" r:id="rId545"/>
    <p:sldId id="795" r:id="rId546"/>
    <p:sldId id="796" r:id="rId547"/>
    <p:sldId id="797" r:id="rId548"/>
    <p:sldId id="798" r:id="rId549"/>
    <p:sldId id="799" r:id="rId550"/>
    <p:sldId id="800" r:id="rId551"/>
    <p:sldId id="801" r:id="rId552"/>
    <p:sldId id="802" r:id="rId553"/>
    <p:sldId id="803" r:id="rId554"/>
    <p:sldId id="804" r:id="rId555"/>
    <p:sldId id="805" r:id="rId556"/>
    <p:sldId id="806" r:id="rId557"/>
    <p:sldId id="807" r:id="rId558"/>
    <p:sldId id="808" r:id="rId559"/>
    <p:sldId id="809" r:id="rId560"/>
    <p:sldId id="810" r:id="rId561"/>
    <p:sldId id="811" r:id="rId562"/>
    <p:sldId id="812" r:id="rId563"/>
    <p:sldId id="813" r:id="rId564"/>
    <p:sldId id="814" r:id="rId565"/>
    <p:sldId id="815" r:id="rId566"/>
    <p:sldId id="816" r:id="rId567"/>
    <p:sldId id="817" r:id="rId568"/>
    <p:sldId id="818" r:id="rId569"/>
    <p:sldId id="819" r:id="rId570"/>
    <p:sldId id="820" r:id="rId571"/>
    <p:sldId id="821" r:id="rId572"/>
    <p:sldId id="822" r:id="rId573"/>
    <p:sldId id="823" r:id="rId574"/>
    <p:sldId id="824" r:id="rId575"/>
    <p:sldId id="825" r:id="rId576"/>
    <p:sldId id="826" r:id="rId577"/>
    <p:sldId id="827" r:id="rId578"/>
    <p:sldId id="828" r:id="rId579"/>
    <p:sldId id="829" r:id="rId580"/>
    <p:sldId id="830" r:id="rId581"/>
    <p:sldId id="831" r:id="rId582"/>
    <p:sldId id="832" r:id="rId583"/>
    <p:sldId id="833" r:id="rId584"/>
    <p:sldId id="834" r:id="rId585"/>
    <p:sldId id="835" r:id="rId586"/>
    <p:sldId id="836" r:id="rId587"/>
    <p:sldId id="837" r:id="rId588"/>
    <p:sldId id="838" r:id="rId589"/>
    <p:sldId id="839" r:id="rId590"/>
    <p:sldId id="840" r:id="rId591"/>
    <p:sldId id="841" r:id="rId592"/>
    <p:sldId id="842" r:id="rId593"/>
    <p:sldId id="843" r:id="rId594"/>
    <p:sldId id="844" r:id="rId595"/>
    <p:sldId id="845" r:id="rId596"/>
    <p:sldId id="846" r:id="rId597"/>
    <p:sldId id="847" r:id="rId598"/>
    <p:sldId id="848" r:id="rId599"/>
    <p:sldId id="849" r:id="rId600"/>
    <p:sldId id="850" r:id="rId601"/>
    <p:sldId id="851" r:id="rId602"/>
    <p:sldId id="852" r:id="rId603"/>
    <p:sldId id="853" r:id="rId604"/>
    <p:sldId id="854" r:id="rId605"/>
    <p:sldId id="855" r:id="rId606"/>
    <p:sldId id="856" r:id="rId607"/>
    <p:sldId id="857" r:id="rId608"/>
    <p:sldId id="858" r:id="rId609"/>
    <p:sldId id="859" r:id="rId610"/>
    <p:sldId id="860" r:id="rId611"/>
    <p:sldId id="861" r:id="rId612"/>
    <p:sldId id="862" r:id="rId613"/>
    <p:sldId id="863" r:id="rId614"/>
    <p:sldId id="864" r:id="rId615"/>
    <p:sldId id="865" r:id="rId616"/>
    <p:sldId id="866" r:id="rId617"/>
    <p:sldId id="867" r:id="rId618"/>
    <p:sldId id="868" r:id="rId619"/>
    <p:sldId id="869" r:id="rId620"/>
    <p:sldId id="870" r:id="rId621"/>
    <p:sldId id="871" r:id="rId622"/>
    <p:sldId id="872" r:id="rId623"/>
    <p:sldId id="873" r:id="rId624"/>
    <p:sldId id="874" r:id="rId625"/>
    <p:sldId id="875" r:id="rId626"/>
    <p:sldId id="876" r:id="rId627"/>
    <p:sldId id="877" r:id="rId628"/>
    <p:sldId id="878" r:id="rId629"/>
    <p:sldId id="879" r:id="rId630"/>
    <p:sldId id="880" r:id="rId631"/>
    <p:sldId id="881" r:id="rId632"/>
    <p:sldId id="882" r:id="rId633"/>
    <p:sldId id="883" r:id="rId634"/>
    <p:sldId id="884" r:id="rId635"/>
    <p:sldId id="885" r:id="rId636"/>
    <p:sldId id="886" r:id="rId637"/>
    <p:sldId id="887" r:id="rId638"/>
    <p:sldId id="888" r:id="rId639"/>
    <p:sldId id="889" r:id="rId640"/>
    <p:sldId id="890" r:id="rId641"/>
    <p:sldId id="891" r:id="rId642"/>
    <p:sldId id="892" r:id="rId643"/>
    <p:sldId id="893" r:id="rId644"/>
    <p:sldId id="894" r:id="rId645"/>
    <p:sldId id="895" r:id="rId646"/>
    <p:sldId id="896" r:id="rId647"/>
    <p:sldId id="897" r:id="rId648"/>
    <p:sldId id="898" r:id="rId649"/>
    <p:sldId id="899" r:id="rId650"/>
    <p:sldId id="900" r:id="rId651"/>
    <p:sldId id="901" r:id="rId652"/>
    <p:sldId id="902" r:id="rId653"/>
    <p:sldId id="903" r:id="rId654"/>
    <p:sldId id="904" r:id="rId655"/>
    <p:sldId id="905" r:id="rId656"/>
    <p:sldId id="906" r:id="rId657"/>
    <p:sldId id="907" r:id="rId658"/>
    <p:sldId id="908" r:id="rId659"/>
    <p:sldId id="909" r:id="rId660"/>
    <p:sldId id="910" r:id="rId661"/>
    <p:sldId id="911" r:id="rId662"/>
    <p:sldId id="912" r:id="rId66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Relationship Id="rId158" Type="http://schemas.openxmlformats.org/officeDocument/2006/relationships/slide" Target="slides/slide152.xml"/><Relationship Id="rId159" Type="http://schemas.openxmlformats.org/officeDocument/2006/relationships/slide" Target="slides/slide153.xml"/><Relationship Id="rId160" Type="http://schemas.openxmlformats.org/officeDocument/2006/relationships/slide" Target="slides/slide154.xml"/><Relationship Id="rId161" Type="http://schemas.openxmlformats.org/officeDocument/2006/relationships/slide" Target="slides/slide155.xml"/><Relationship Id="rId162" Type="http://schemas.openxmlformats.org/officeDocument/2006/relationships/slide" Target="slides/slide156.xml"/><Relationship Id="rId163" Type="http://schemas.openxmlformats.org/officeDocument/2006/relationships/slide" Target="slides/slide157.xml"/><Relationship Id="rId164" Type="http://schemas.openxmlformats.org/officeDocument/2006/relationships/slide" Target="slides/slide158.xml"/><Relationship Id="rId165" Type="http://schemas.openxmlformats.org/officeDocument/2006/relationships/slide" Target="slides/slide159.xml"/><Relationship Id="rId166" Type="http://schemas.openxmlformats.org/officeDocument/2006/relationships/slide" Target="slides/slide160.xml"/><Relationship Id="rId167" Type="http://schemas.openxmlformats.org/officeDocument/2006/relationships/slide" Target="slides/slide161.xml"/><Relationship Id="rId168" Type="http://schemas.openxmlformats.org/officeDocument/2006/relationships/slide" Target="slides/slide162.xml"/><Relationship Id="rId169" Type="http://schemas.openxmlformats.org/officeDocument/2006/relationships/slide" Target="slides/slide163.xml"/><Relationship Id="rId170" Type="http://schemas.openxmlformats.org/officeDocument/2006/relationships/slide" Target="slides/slide164.xml"/><Relationship Id="rId171" Type="http://schemas.openxmlformats.org/officeDocument/2006/relationships/slide" Target="slides/slide165.xml"/><Relationship Id="rId172" Type="http://schemas.openxmlformats.org/officeDocument/2006/relationships/slide" Target="slides/slide166.xml"/><Relationship Id="rId173" Type="http://schemas.openxmlformats.org/officeDocument/2006/relationships/slide" Target="slides/slide167.xml"/><Relationship Id="rId174" Type="http://schemas.openxmlformats.org/officeDocument/2006/relationships/slide" Target="slides/slide168.xml"/><Relationship Id="rId175" Type="http://schemas.openxmlformats.org/officeDocument/2006/relationships/slide" Target="slides/slide169.xml"/><Relationship Id="rId176" Type="http://schemas.openxmlformats.org/officeDocument/2006/relationships/slide" Target="slides/slide170.xml"/><Relationship Id="rId177" Type="http://schemas.openxmlformats.org/officeDocument/2006/relationships/slide" Target="slides/slide171.xml"/><Relationship Id="rId178" Type="http://schemas.openxmlformats.org/officeDocument/2006/relationships/slide" Target="slides/slide172.xml"/><Relationship Id="rId179" Type="http://schemas.openxmlformats.org/officeDocument/2006/relationships/slide" Target="slides/slide173.xml"/><Relationship Id="rId180" Type="http://schemas.openxmlformats.org/officeDocument/2006/relationships/slide" Target="slides/slide174.xml"/><Relationship Id="rId181" Type="http://schemas.openxmlformats.org/officeDocument/2006/relationships/slide" Target="slides/slide175.xml"/><Relationship Id="rId182" Type="http://schemas.openxmlformats.org/officeDocument/2006/relationships/slide" Target="slides/slide176.xml"/><Relationship Id="rId183" Type="http://schemas.openxmlformats.org/officeDocument/2006/relationships/slide" Target="slides/slide177.xml"/><Relationship Id="rId184" Type="http://schemas.openxmlformats.org/officeDocument/2006/relationships/slide" Target="slides/slide178.xml"/><Relationship Id="rId185" Type="http://schemas.openxmlformats.org/officeDocument/2006/relationships/slide" Target="slides/slide179.xml"/><Relationship Id="rId186" Type="http://schemas.openxmlformats.org/officeDocument/2006/relationships/slide" Target="slides/slide180.xml"/><Relationship Id="rId187" Type="http://schemas.openxmlformats.org/officeDocument/2006/relationships/slide" Target="slides/slide181.xml"/><Relationship Id="rId188" Type="http://schemas.openxmlformats.org/officeDocument/2006/relationships/slide" Target="slides/slide182.xml"/><Relationship Id="rId189" Type="http://schemas.openxmlformats.org/officeDocument/2006/relationships/slide" Target="slides/slide183.xml"/><Relationship Id="rId190" Type="http://schemas.openxmlformats.org/officeDocument/2006/relationships/slide" Target="slides/slide184.xml"/><Relationship Id="rId191" Type="http://schemas.openxmlformats.org/officeDocument/2006/relationships/slide" Target="slides/slide185.xml"/><Relationship Id="rId192" Type="http://schemas.openxmlformats.org/officeDocument/2006/relationships/slide" Target="slides/slide186.xml"/><Relationship Id="rId193" Type="http://schemas.openxmlformats.org/officeDocument/2006/relationships/slide" Target="slides/slide187.xml"/><Relationship Id="rId194" Type="http://schemas.openxmlformats.org/officeDocument/2006/relationships/slide" Target="slides/slide188.xml"/><Relationship Id="rId195" Type="http://schemas.openxmlformats.org/officeDocument/2006/relationships/slide" Target="slides/slide189.xml"/><Relationship Id="rId196" Type="http://schemas.openxmlformats.org/officeDocument/2006/relationships/slide" Target="slides/slide190.xml"/><Relationship Id="rId197" Type="http://schemas.openxmlformats.org/officeDocument/2006/relationships/slide" Target="slides/slide191.xml"/><Relationship Id="rId198" Type="http://schemas.openxmlformats.org/officeDocument/2006/relationships/slide" Target="slides/slide192.xml"/><Relationship Id="rId199" Type="http://schemas.openxmlformats.org/officeDocument/2006/relationships/slide" Target="slides/slide193.xml"/><Relationship Id="rId200" Type="http://schemas.openxmlformats.org/officeDocument/2006/relationships/slide" Target="slides/slide194.xml"/><Relationship Id="rId201" Type="http://schemas.openxmlformats.org/officeDocument/2006/relationships/slide" Target="slides/slide195.xml"/><Relationship Id="rId202" Type="http://schemas.openxmlformats.org/officeDocument/2006/relationships/slide" Target="slides/slide196.xml"/><Relationship Id="rId203" Type="http://schemas.openxmlformats.org/officeDocument/2006/relationships/slide" Target="slides/slide197.xml"/><Relationship Id="rId204" Type="http://schemas.openxmlformats.org/officeDocument/2006/relationships/slide" Target="slides/slide198.xml"/><Relationship Id="rId205" Type="http://schemas.openxmlformats.org/officeDocument/2006/relationships/slide" Target="slides/slide199.xml"/><Relationship Id="rId206" Type="http://schemas.openxmlformats.org/officeDocument/2006/relationships/slide" Target="slides/slide200.xml"/><Relationship Id="rId207" Type="http://schemas.openxmlformats.org/officeDocument/2006/relationships/slide" Target="slides/slide201.xml"/><Relationship Id="rId208" Type="http://schemas.openxmlformats.org/officeDocument/2006/relationships/slide" Target="slides/slide202.xml"/><Relationship Id="rId209" Type="http://schemas.openxmlformats.org/officeDocument/2006/relationships/slide" Target="slides/slide203.xml"/><Relationship Id="rId210" Type="http://schemas.openxmlformats.org/officeDocument/2006/relationships/slide" Target="slides/slide204.xml"/><Relationship Id="rId211" Type="http://schemas.openxmlformats.org/officeDocument/2006/relationships/slide" Target="slides/slide205.xml"/><Relationship Id="rId212" Type="http://schemas.openxmlformats.org/officeDocument/2006/relationships/slide" Target="slides/slide206.xml"/><Relationship Id="rId213" Type="http://schemas.openxmlformats.org/officeDocument/2006/relationships/slide" Target="slides/slide207.xml"/><Relationship Id="rId214" Type="http://schemas.openxmlformats.org/officeDocument/2006/relationships/slide" Target="slides/slide208.xml"/><Relationship Id="rId215" Type="http://schemas.openxmlformats.org/officeDocument/2006/relationships/slide" Target="slides/slide209.xml"/><Relationship Id="rId216" Type="http://schemas.openxmlformats.org/officeDocument/2006/relationships/slide" Target="slides/slide210.xml"/><Relationship Id="rId217" Type="http://schemas.openxmlformats.org/officeDocument/2006/relationships/slide" Target="slides/slide211.xml"/><Relationship Id="rId218" Type="http://schemas.openxmlformats.org/officeDocument/2006/relationships/slide" Target="slides/slide212.xml"/><Relationship Id="rId219" Type="http://schemas.openxmlformats.org/officeDocument/2006/relationships/slide" Target="slides/slide213.xml"/><Relationship Id="rId220" Type="http://schemas.openxmlformats.org/officeDocument/2006/relationships/slide" Target="slides/slide214.xml"/><Relationship Id="rId221" Type="http://schemas.openxmlformats.org/officeDocument/2006/relationships/slide" Target="slides/slide215.xml"/><Relationship Id="rId222" Type="http://schemas.openxmlformats.org/officeDocument/2006/relationships/slide" Target="slides/slide216.xml"/><Relationship Id="rId223" Type="http://schemas.openxmlformats.org/officeDocument/2006/relationships/slide" Target="slides/slide217.xml"/><Relationship Id="rId224" Type="http://schemas.openxmlformats.org/officeDocument/2006/relationships/slide" Target="slides/slide218.xml"/><Relationship Id="rId225" Type="http://schemas.openxmlformats.org/officeDocument/2006/relationships/slide" Target="slides/slide219.xml"/><Relationship Id="rId226" Type="http://schemas.openxmlformats.org/officeDocument/2006/relationships/slide" Target="slides/slide220.xml"/><Relationship Id="rId227" Type="http://schemas.openxmlformats.org/officeDocument/2006/relationships/slide" Target="slides/slide221.xml"/><Relationship Id="rId228" Type="http://schemas.openxmlformats.org/officeDocument/2006/relationships/slide" Target="slides/slide222.xml"/><Relationship Id="rId229" Type="http://schemas.openxmlformats.org/officeDocument/2006/relationships/slide" Target="slides/slide223.xml"/><Relationship Id="rId230" Type="http://schemas.openxmlformats.org/officeDocument/2006/relationships/slide" Target="slides/slide224.xml"/><Relationship Id="rId231" Type="http://schemas.openxmlformats.org/officeDocument/2006/relationships/slide" Target="slides/slide225.xml"/><Relationship Id="rId232" Type="http://schemas.openxmlformats.org/officeDocument/2006/relationships/slide" Target="slides/slide226.xml"/><Relationship Id="rId233" Type="http://schemas.openxmlformats.org/officeDocument/2006/relationships/slide" Target="slides/slide227.xml"/><Relationship Id="rId234" Type="http://schemas.openxmlformats.org/officeDocument/2006/relationships/slide" Target="slides/slide228.xml"/><Relationship Id="rId235" Type="http://schemas.openxmlformats.org/officeDocument/2006/relationships/slide" Target="slides/slide229.xml"/><Relationship Id="rId236" Type="http://schemas.openxmlformats.org/officeDocument/2006/relationships/slide" Target="slides/slide230.xml"/><Relationship Id="rId237" Type="http://schemas.openxmlformats.org/officeDocument/2006/relationships/slide" Target="slides/slide231.xml"/><Relationship Id="rId238" Type="http://schemas.openxmlformats.org/officeDocument/2006/relationships/slide" Target="slides/slide232.xml"/><Relationship Id="rId239" Type="http://schemas.openxmlformats.org/officeDocument/2006/relationships/slide" Target="slides/slide233.xml"/><Relationship Id="rId240" Type="http://schemas.openxmlformats.org/officeDocument/2006/relationships/slide" Target="slides/slide234.xml"/><Relationship Id="rId241" Type="http://schemas.openxmlformats.org/officeDocument/2006/relationships/slide" Target="slides/slide235.xml"/><Relationship Id="rId242" Type="http://schemas.openxmlformats.org/officeDocument/2006/relationships/slide" Target="slides/slide236.xml"/><Relationship Id="rId243" Type="http://schemas.openxmlformats.org/officeDocument/2006/relationships/slide" Target="slides/slide237.xml"/><Relationship Id="rId244" Type="http://schemas.openxmlformats.org/officeDocument/2006/relationships/slide" Target="slides/slide238.xml"/><Relationship Id="rId245" Type="http://schemas.openxmlformats.org/officeDocument/2006/relationships/slide" Target="slides/slide239.xml"/><Relationship Id="rId246" Type="http://schemas.openxmlformats.org/officeDocument/2006/relationships/slide" Target="slides/slide240.xml"/><Relationship Id="rId247" Type="http://schemas.openxmlformats.org/officeDocument/2006/relationships/slide" Target="slides/slide241.xml"/><Relationship Id="rId248" Type="http://schemas.openxmlformats.org/officeDocument/2006/relationships/slide" Target="slides/slide242.xml"/><Relationship Id="rId249" Type="http://schemas.openxmlformats.org/officeDocument/2006/relationships/slide" Target="slides/slide243.xml"/><Relationship Id="rId250" Type="http://schemas.openxmlformats.org/officeDocument/2006/relationships/slide" Target="slides/slide244.xml"/><Relationship Id="rId251" Type="http://schemas.openxmlformats.org/officeDocument/2006/relationships/slide" Target="slides/slide245.xml"/><Relationship Id="rId252" Type="http://schemas.openxmlformats.org/officeDocument/2006/relationships/slide" Target="slides/slide246.xml"/><Relationship Id="rId253" Type="http://schemas.openxmlformats.org/officeDocument/2006/relationships/slide" Target="slides/slide247.xml"/><Relationship Id="rId254" Type="http://schemas.openxmlformats.org/officeDocument/2006/relationships/slide" Target="slides/slide248.xml"/><Relationship Id="rId255" Type="http://schemas.openxmlformats.org/officeDocument/2006/relationships/slide" Target="slides/slide249.xml"/><Relationship Id="rId256" Type="http://schemas.openxmlformats.org/officeDocument/2006/relationships/slide" Target="slides/slide250.xml"/><Relationship Id="rId257" Type="http://schemas.openxmlformats.org/officeDocument/2006/relationships/slide" Target="slides/slide251.xml"/><Relationship Id="rId258" Type="http://schemas.openxmlformats.org/officeDocument/2006/relationships/slide" Target="slides/slide252.xml"/><Relationship Id="rId259" Type="http://schemas.openxmlformats.org/officeDocument/2006/relationships/slide" Target="slides/slide253.xml"/><Relationship Id="rId260" Type="http://schemas.openxmlformats.org/officeDocument/2006/relationships/slide" Target="slides/slide254.xml"/><Relationship Id="rId261" Type="http://schemas.openxmlformats.org/officeDocument/2006/relationships/slide" Target="slides/slide255.xml"/><Relationship Id="rId262" Type="http://schemas.openxmlformats.org/officeDocument/2006/relationships/slide" Target="slides/slide256.xml"/><Relationship Id="rId263" Type="http://schemas.openxmlformats.org/officeDocument/2006/relationships/slide" Target="slides/slide257.xml"/><Relationship Id="rId264" Type="http://schemas.openxmlformats.org/officeDocument/2006/relationships/slide" Target="slides/slide258.xml"/><Relationship Id="rId265" Type="http://schemas.openxmlformats.org/officeDocument/2006/relationships/slide" Target="slides/slide259.xml"/><Relationship Id="rId266" Type="http://schemas.openxmlformats.org/officeDocument/2006/relationships/slide" Target="slides/slide260.xml"/><Relationship Id="rId267" Type="http://schemas.openxmlformats.org/officeDocument/2006/relationships/slide" Target="slides/slide261.xml"/><Relationship Id="rId268" Type="http://schemas.openxmlformats.org/officeDocument/2006/relationships/slide" Target="slides/slide262.xml"/><Relationship Id="rId269" Type="http://schemas.openxmlformats.org/officeDocument/2006/relationships/slide" Target="slides/slide263.xml"/><Relationship Id="rId270" Type="http://schemas.openxmlformats.org/officeDocument/2006/relationships/slide" Target="slides/slide264.xml"/><Relationship Id="rId271" Type="http://schemas.openxmlformats.org/officeDocument/2006/relationships/slide" Target="slides/slide265.xml"/><Relationship Id="rId272" Type="http://schemas.openxmlformats.org/officeDocument/2006/relationships/slide" Target="slides/slide266.xml"/><Relationship Id="rId273" Type="http://schemas.openxmlformats.org/officeDocument/2006/relationships/slide" Target="slides/slide267.xml"/><Relationship Id="rId274" Type="http://schemas.openxmlformats.org/officeDocument/2006/relationships/slide" Target="slides/slide268.xml"/><Relationship Id="rId275" Type="http://schemas.openxmlformats.org/officeDocument/2006/relationships/slide" Target="slides/slide269.xml"/><Relationship Id="rId276" Type="http://schemas.openxmlformats.org/officeDocument/2006/relationships/slide" Target="slides/slide270.xml"/><Relationship Id="rId277" Type="http://schemas.openxmlformats.org/officeDocument/2006/relationships/slide" Target="slides/slide271.xml"/><Relationship Id="rId278" Type="http://schemas.openxmlformats.org/officeDocument/2006/relationships/slide" Target="slides/slide272.xml"/><Relationship Id="rId279" Type="http://schemas.openxmlformats.org/officeDocument/2006/relationships/slide" Target="slides/slide273.xml"/><Relationship Id="rId280" Type="http://schemas.openxmlformats.org/officeDocument/2006/relationships/slide" Target="slides/slide274.xml"/><Relationship Id="rId281" Type="http://schemas.openxmlformats.org/officeDocument/2006/relationships/slide" Target="slides/slide275.xml"/><Relationship Id="rId282" Type="http://schemas.openxmlformats.org/officeDocument/2006/relationships/slide" Target="slides/slide276.xml"/><Relationship Id="rId283" Type="http://schemas.openxmlformats.org/officeDocument/2006/relationships/slide" Target="slides/slide277.xml"/><Relationship Id="rId284" Type="http://schemas.openxmlformats.org/officeDocument/2006/relationships/slide" Target="slides/slide278.xml"/><Relationship Id="rId285" Type="http://schemas.openxmlformats.org/officeDocument/2006/relationships/slide" Target="slides/slide279.xml"/><Relationship Id="rId286" Type="http://schemas.openxmlformats.org/officeDocument/2006/relationships/slide" Target="slides/slide280.xml"/><Relationship Id="rId287" Type="http://schemas.openxmlformats.org/officeDocument/2006/relationships/slide" Target="slides/slide281.xml"/><Relationship Id="rId288" Type="http://schemas.openxmlformats.org/officeDocument/2006/relationships/slide" Target="slides/slide282.xml"/><Relationship Id="rId289" Type="http://schemas.openxmlformats.org/officeDocument/2006/relationships/slide" Target="slides/slide283.xml"/><Relationship Id="rId290" Type="http://schemas.openxmlformats.org/officeDocument/2006/relationships/slide" Target="slides/slide284.xml"/><Relationship Id="rId291" Type="http://schemas.openxmlformats.org/officeDocument/2006/relationships/slide" Target="slides/slide285.xml"/><Relationship Id="rId292" Type="http://schemas.openxmlformats.org/officeDocument/2006/relationships/slide" Target="slides/slide286.xml"/><Relationship Id="rId293" Type="http://schemas.openxmlformats.org/officeDocument/2006/relationships/slide" Target="slides/slide287.xml"/><Relationship Id="rId294" Type="http://schemas.openxmlformats.org/officeDocument/2006/relationships/slide" Target="slides/slide288.xml"/><Relationship Id="rId295" Type="http://schemas.openxmlformats.org/officeDocument/2006/relationships/slide" Target="slides/slide289.xml"/><Relationship Id="rId296" Type="http://schemas.openxmlformats.org/officeDocument/2006/relationships/slide" Target="slides/slide290.xml"/><Relationship Id="rId297" Type="http://schemas.openxmlformats.org/officeDocument/2006/relationships/slide" Target="slides/slide291.xml"/><Relationship Id="rId298" Type="http://schemas.openxmlformats.org/officeDocument/2006/relationships/slide" Target="slides/slide292.xml"/><Relationship Id="rId299" Type="http://schemas.openxmlformats.org/officeDocument/2006/relationships/slide" Target="slides/slide293.xml"/><Relationship Id="rId300" Type="http://schemas.openxmlformats.org/officeDocument/2006/relationships/slide" Target="slides/slide294.xml"/><Relationship Id="rId301" Type="http://schemas.openxmlformats.org/officeDocument/2006/relationships/slide" Target="slides/slide295.xml"/><Relationship Id="rId302" Type="http://schemas.openxmlformats.org/officeDocument/2006/relationships/slide" Target="slides/slide296.xml"/><Relationship Id="rId303" Type="http://schemas.openxmlformats.org/officeDocument/2006/relationships/slide" Target="slides/slide297.xml"/><Relationship Id="rId304" Type="http://schemas.openxmlformats.org/officeDocument/2006/relationships/slide" Target="slides/slide298.xml"/><Relationship Id="rId305" Type="http://schemas.openxmlformats.org/officeDocument/2006/relationships/slide" Target="slides/slide299.xml"/><Relationship Id="rId306" Type="http://schemas.openxmlformats.org/officeDocument/2006/relationships/slide" Target="slides/slide300.xml"/><Relationship Id="rId307" Type="http://schemas.openxmlformats.org/officeDocument/2006/relationships/slide" Target="slides/slide301.xml"/><Relationship Id="rId308" Type="http://schemas.openxmlformats.org/officeDocument/2006/relationships/slide" Target="slides/slide302.xml"/><Relationship Id="rId309" Type="http://schemas.openxmlformats.org/officeDocument/2006/relationships/slide" Target="slides/slide303.xml"/><Relationship Id="rId310" Type="http://schemas.openxmlformats.org/officeDocument/2006/relationships/slide" Target="slides/slide304.xml"/><Relationship Id="rId311" Type="http://schemas.openxmlformats.org/officeDocument/2006/relationships/slide" Target="slides/slide305.xml"/><Relationship Id="rId312" Type="http://schemas.openxmlformats.org/officeDocument/2006/relationships/slide" Target="slides/slide306.xml"/><Relationship Id="rId313" Type="http://schemas.openxmlformats.org/officeDocument/2006/relationships/slide" Target="slides/slide307.xml"/><Relationship Id="rId314" Type="http://schemas.openxmlformats.org/officeDocument/2006/relationships/slide" Target="slides/slide308.xml"/><Relationship Id="rId315" Type="http://schemas.openxmlformats.org/officeDocument/2006/relationships/slide" Target="slides/slide309.xml"/><Relationship Id="rId316" Type="http://schemas.openxmlformats.org/officeDocument/2006/relationships/slide" Target="slides/slide310.xml"/><Relationship Id="rId317" Type="http://schemas.openxmlformats.org/officeDocument/2006/relationships/slide" Target="slides/slide311.xml"/><Relationship Id="rId318" Type="http://schemas.openxmlformats.org/officeDocument/2006/relationships/slide" Target="slides/slide312.xml"/><Relationship Id="rId319" Type="http://schemas.openxmlformats.org/officeDocument/2006/relationships/slide" Target="slides/slide313.xml"/><Relationship Id="rId320" Type="http://schemas.openxmlformats.org/officeDocument/2006/relationships/slide" Target="slides/slide314.xml"/><Relationship Id="rId321" Type="http://schemas.openxmlformats.org/officeDocument/2006/relationships/slide" Target="slides/slide315.xml"/><Relationship Id="rId322" Type="http://schemas.openxmlformats.org/officeDocument/2006/relationships/slide" Target="slides/slide316.xml"/><Relationship Id="rId323" Type="http://schemas.openxmlformats.org/officeDocument/2006/relationships/slide" Target="slides/slide317.xml"/><Relationship Id="rId324" Type="http://schemas.openxmlformats.org/officeDocument/2006/relationships/slide" Target="slides/slide318.xml"/><Relationship Id="rId325" Type="http://schemas.openxmlformats.org/officeDocument/2006/relationships/slide" Target="slides/slide319.xml"/><Relationship Id="rId326" Type="http://schemas.openxmlformats.org/officeDocument/2006/relationships/slide" Target="slides/slide320.xml"/><Relationship Id="rId327" Type="http://schemas.openxmlformats.org/officeDocument/2006/relationships/slide" Target="slides/slide321.xml"/><Relationship Id="rId328" Type="http://schemas.openxmlformats.org/officeDocument/2006/relationships/slide" Target="slides/slide322.xml"/><Relationship Id="rId329" Type="http://schemas.openxmlformats.org/officeDocument/2006/relationships/slide" Target="slides/slide323.xml"/><Relationship Id="rId330" Type="http://schemas.openxmlformats.org/officeDocument/2006/relationships/slide" Target="slides/slide324.xml"/><Relationship Id="rId331" Type="http://schemas.openxmlformats.org/officeDocument/2006/relationships/slide" Target="slides/slide325.xml"/><Relationship Id="rId332" Type="http://schemas.openxmlformats.org/officeDocument/2006/relationships/slide" Target="slides/slide326.xml"/><Relationship Id="rId333" Type="http://schemas.openxmlformats.org/officeDocument/2006/relationships/slide" Target="slides/slide327.xml"/><Relationship Id="rId334" Type="http://schemas.openxmlformats.org/officeDocument/2006/relationships/slide" Target="slides/slide328.xml"/><Relationship Id="rId335" Type="http://schemas.openxmlformats.org/officeDocument/2006/relationships/slide" Target="slides/slide329.xml"/><Relationship Id="rId336" Type="http://schemas.openxmlformats.org/officeDocument/2006/relationships/slide" Target="slides/slide330.xml"/><Relationship Id="rId337" Type="http://schemas.openxmlformats.org/officeDocument/2006/relationships/slide" Target="slides/slide331.xml"/><Relationship Id="rId338" Type="http://schemas.openxmlformats.org/officeDocument/2006/relationships/slide" Target="slides/slide332.xml"/><Relationship Id="rId339" Type="http://schemas.openxmlformats.org/officeDocument/2006/relationships/slide" Target="slides/slide333.xml"/><Relationship Id="rId340" Type="http://schemas.openxmlformats.org/officeDocument/2006/relationships/slide" Target="slides/slide334.xml"/><Relationship Id="rId341" Type="http://schemas.openxmlformats.org/officeDocument/2006/relationships/slide" Target="slides/slide335.xml"/><Relationship Id="rId342" Type="http://schemas.openxmlformats.org/officeDocument/2006/relationships/slide" Target="slides/slide336.xml"/><Relationship Id="rId343" Type="http://schemas.openxmlformats.org/officeDocument/2006/relationships/slide" Target="slides/slide337.xml"/><Relationship Id="rId344" Type="http://schemas.openxmlformats.org/officeDocument/2006/relationships/slide" Target="slides/slide338.xml"/><Relationship Id="rId345" Type="http://schemas.openxmlformats.org/officeDocument/2006/relationships/slide" Target="slides/slide339.xml"/><Relationship Id="rId346" Type="http://schemas.openxmlformats.org/officeDocument/2006/relationships/slide" Target="slides/slide340.xml"/><Relationship Id="rId347" Type="http://schemas.openxmlformats.org/officeDocument/2006/relationships/slide" Target="slides/slide341.xml"/><Relationship Id="rId348" Type="http://schemas.openxmlformats.org/officeDocument/2006/relationships/slide" Target="slides/slide342.xml"/><Relationship Id="rId349" Type="http://schemas.openxmlformats.org/officeDocument/2006/relationships/slide" Target="slides/slide343.xml"/><Relationship Id="rId350" Type="http://schemas.openxmlformats.org/officeDocument/2006/relationships/slide" Target="slides/slide344.xml"/><Relationship Id="rId351" Type="http://schemas.openxmlformats.org/officeDocument/2006/relationships/slide" Target="slides/slide345.xml"/><Relationship Id="rId352" Type="http://schemas.openxmlformats.org/officeDocument/2006/relationships/slide" Target="slides/slide346.xml"/><Relationship Id="rId353" Type="http://schemas.openxmlformats.org/officeDocument/2006/relationships/slide" Target="slides/slide347.xml"/><Relationship Id="rId354" Type="http://schemas.openxmlformats.org/officeDocument/2006/relationships/slide" Target="slides/slide348.xml"/><Relationship Id="rId355" Type="http://schemas.openxmlformats.org/officeDocument/2006/relationships/slide" Target="slides/slide349.xml"/><Relationship Id="rId356" Type="http://schemas.openxmlformats.org/officeDocument/2006/relationships/slide" Target="slides/slide350.xml"/><Relationship Id="rId357" Type="http://schemas.openxmlformats.org/officeDocument/2006/relationships/slide" Target="slides/slide351.xml"/><Relationship Id="rId358" Type="http://schemas.openxmlformats.org/officeDocument/2006/relationships/slide" Target="slides/slide352.xml"/><Relationship Id="rId359" Type="http://schemas.openxmlformats.org/officeDocument/2006/relationships/slide" Target="slides/slide353.xml"/><Relationship Id="rId360" Type="http://schemas.openxmlformats.org/officeDocument/2006/relationships/slide" Target="slides/slide354.xml"/><Relationship Id="rId361" Type="http://schemas.openxmlformats.org/officeDocument/2006/relationships/slide" Target="slides/slide355.xml"/><Relationship Id="rId362" Type="http://schemas.openxmlformats.org/officeDocument/2006/relationships/slide" Target="slides/slide356.xml"/><Relationship Id="rId363" Type="http://schemas.openxmlformats.org/officeDocument/2006/relationships/slide" Target="slides/slide357.xml"/><Relationship Id="rId364" Type="http://schemas.openxmlformats.org/officeDocument/2006/relationships/slide" Target="slides/slide358.xml"/><Relationship Id="rId365" Type="http://schemas.openxmlformats.org/officeDocument/2006/relationships/slide" Target="slides/slide359.xml"/><Relationship Id="rId366" Type="http://schemas.openxmlformats.org/officeDocument/2006/relationships/slide" Target="slides/slide360.xml"/><Relationship Id="rId367" Type="http://schemas.openxmlformats.org/officeDocument/2006/relationships/slide" Target="slides/slide361.xml"/><Relationship Id="rId368" Type="http://schemas.openxmlformats.org/officeDocument/2006/relationships/slide" Target="slides/slide362.xml"/><Relationship Id="rId369" Type="http://schemas.openxmlformats.org/officeDocument/2006/relationships/slide" Target="slides/slide363.xml"/><Relationship Id="rId370" Type="http://schemas.openxmlformats.org/officeDocument/2006/relationships/slide" Target="slides/slide364.xml"/><Relationship Id="rId371" Type="http://schemas.openxmlformats.org/officeDocument/2006/relationships/slide" Target="slides/slide365.xml"/><Relationship Id="rId372" Type="http://schemas.openxmlformats.org/officeDocument/2006/relationships/slide" Target="slides/slide366.xml"/><Relationship Id="rId373" Type="http://schemas.openxmlformats.org/officeDocument/2006/relationships/slide" Target="slides/slide367.xml"/><Relationship Id="rId374" Type="http://schemas.openxmlformats.org/officeDocument/2006/relationships/slide" Target="slides/slide368.xml"/><Relationship Id="rId375" Type="http://schemas.openxmlformats.org/officeDocument/2006/relationships/slide" Target="slides/slide369.xml"/><Relationship Id="rId376" Type="http://schemas.openxmlformats.org/officeDocument/2006/relationships/slide" Target="slides/slide370.xml"/><Relationship Id="rId377" Type="http://schemas.openxmlformats.org/officeDocument/2006/relationships/slide" Target="slides/slide371.xml"/><Relationship Id="rId378" Type="http://schemas.openxmlformats.org/officeDocument/2006/relationships/slide" Target="slides/slide372.xml"/><Relationship Id="rId379" Type="http://schemas.openxmlformats.org/officeDocument/2006/relationships/slide" Target="slides/slide373.xml"/><Relationship Id="rId380" Type="http://schemas.openxmlformats.org/officeDocument/2006/relationships/slide" Target="slides/slide374.xml"/><Relationship Id="rId381" Type="http://schemas.openxmlformats.org/officeDocument/2006/relationships/slide" Target="slides/slide375.xml"/><Relationship Id="rId382" Type="http://schemas.openxmlformats.org/officeDocument/2006/relationships/slide" Target="slides/slide376.xml"/><Relationship Id="rId383" Type="http://schemas.openxmlformats.org/officeDocument/2006/relationships/slide" Target="slides/slide377.xml"/><Relationship Id="rId384" Type="http://schemas.openxmlformats.org/officeDocument/2006/relationships/slide" Target="slides/slide378.xml"/><Relationship Id="rId385" Type="http://schemas.openxmlformats.org/officeDocument/2006/relationships/slide" Target="slides/slide379.xml"/><Relationship Id="rId386" Type="http://schemas.openxmlformats.org/officeDocument/2006/relationships/slide" Target="slides/slide380.xml"/><Relationship Id="rId387" Type="http://schemas.openxmlformats.org/officeDocument/2006/relationships/slide" Target="slides/slide381.xml"/><Relationship Id="rId388" Type="http://schemas.openxmlformats.org/officeDocument/2006/relationships/slide" Target="slides/slide382.xml"/><Relationship Id="rId389" Type="http://schemas.openxmlformats.org/officeDocument/2006/relationships/slide" Target="slides/slide383.xml"/><Relationship Id="rId390" Type="http://schemas.openxmlformats.org/officeDocument/2006/relationships/slide" Target="slides/slide384.xml"/><Relationship Id="rId391" Type="http://schemas.openxmlformats.org/officeDocument/2006/relationships/slide" Target="slides/slide385.xml"/><Relationship Id="rId392" Type="http://schemas.openxmlformats.org/officeDocument/2006/relationships/slide" Target="slides/slide386.xml"/><Relationship Id="rId393" Type="http://schemas.openxmlformats.org/officeDocument/2006/relationships/slide" Target="slides/slide387.xml"/><Relationship Id="rId394" Type="http://schemas.openxmlformats.org/officeDocument/2006/relationships/slide" Target="slides/slide388.xml"/><Relationship Id="rId395" Type="http://schemas.openxmlformats.org/officeDocument/2006/relationships/slide" Target="slides/slide389.xml"/><Relationship Id="rId396" Type="http://schemas.openxmlformats.org/officeDocument/2006/relationships/slide" Target="slides/slide390.xml"/><Relationship Id="rId397" Type="http://schemas.openxmlformats.org/officeDocument/2006/relationships/slide" Target="slides/slide391.xml"/><Relationship Id="rId398" Type="http://schemas.openxmlformats.org/officeDocument/2006/relationships/slide" Target="slides/slide392.xml"/><Relationship Id="rId399" Type="http://schemas.openxmlformats.org/officeDocument/2006/relationships/slide" Target="slides/slide393.xml"/><Relationship Id="rId400" Type="http://schemas.openxmlformats.org/officeDocument/2006/relationships/slide" Target="slides/slide394.xml"/><Relationship Id="rId401" Type="http://schemas.openxmlformats.org/officeDocument/2006/relationships/slide" Target="slides/slide395.xml"/><Relationship Id="rId402" Type="http://schemas.openxmlformats.org/officeDocument/2006/relationships/slide" Target="slides/slide396.xml"/><Relationship Id="rId403" Type="http://schemas.openxmlformats.org/officeDocument/2006/relationships/slide" Target="slides/slide397.xml"/><Relationship Id="rId404" Type="http://schemas.openxmlformats.org/officeDocument/2006/relationships/slide" Target="slides/slide398.xml"/><Relationship Id="rId405" Type="http://schemas.openxmlformats.org/officeDocument/2006/relationships/slide" Target="slides/slide399.xml"/><Relationship Id="rId406" Type="http://schemas.openxmlformats.org/officeDocument/2006/relationships/slide" Target="slides/slide400.xml"/><Relationship Id="rId407" Type="http://schemas.openxmlformats.org/officeDocument/2006/relationships/slide" Target="slides/slide401.xml"/><Relationship Id="rId408" Type="http://schemas.openxmlformats.org/officeDocument/2006/relationships/slide" Target="slides/slide402.xml"/><Relationship Id="rId409" Type="http://schemas.openxmlformats.org/officeDocument/2006/relationships/slide" Target="slides/slide403.xml"/><Relationship Id="rId410" Type="http://schemas.openxmlformats.org/officeDocument/2006/relationships/slide" Target="slides/slide404.xml"/><Relationship Id="rId411" Type="http://schemas.openxmlformats.org/officeDocument/2006/relationships/slide" Target="slides/slide405.xml"/><Relationship Id="rId412" Type="http://schemas.openxmlformats.org/officeDocument/2006/relationships/slide" Target="slides/slide406.xml"/><Relationship Id="rId413" Type="http://schemas.openxmlformats.org/officeDocument/2006/relationships/slide" Target="slides/slide407.xml"/><Relationship Id="rId414" Type="http://schemas.openxmlformats.org/officeDocument/2006/relationships/slide" Target="slides/slide408.xml"/><Relationship Id="rId415" Type="http://schemas.openxmlformats.org/officeDocument/2006/relationships/slide" Target="slides/slide409.xml"/><Relationship Id="rId416" Type="http://schemas.openxmlformats.org/officeDocument/2006/relationships/slide" Target="slides/slide410.xml"/><Relationship Id="rId417" Type="http://schemas.openxmlformats.org/officeDocument/2006/relationships/slide" Target="slides/slide411.xml"/><Relationship Id="rId418" Type="http://schemas.openxmlformats.org/officeDocument/2006/relationships/slide" Target="slides/slide412.xml"/><Relationship Id="rId419" Type="http://schemas.openxmlformats.org/officeDocument/2006/relationships/slide" Target="slides/slide413.xml"/><Relationship Id="rId420" Type="http://schemas.openxmlformats.org/officeDocument/2006/relationships/slide" Target="slides/slide414.xml"/><Relationship Id="rId421" Type="http://schemas.openxmlformats.org/officeDocument/2006/relationships/slide" Target="slides/slide415.xml"/><Relationship Id="rId422" Type="http://schemas.openxmlformats.org/officeDocument/2006/relationships/slide" Target="slides/slide416.xml"/><Relationship Id="rId423" Type="http://schemas.openxmlformats.org/officeDocument/2006/relationships/slide" Target="slides/slide417.xml"/><Relationship Id="rId424" Type="http://schemas.openxmlformats.org/officeDocument/2006/relationships/slide" Target="slides/slide418.xml"/><Relationship Id="rId425" Type="http://schemas.openxmlformats.org/officeDocument/2006/relationships/slide" Target="slides/slide419.xml"/><Relationship Id="rId426" Type="http://schemas.openxmlformats.org/officeDocument/2006/relationships/slide" Target="slides/slide420.xml"/><Relationship Id="rId427" Type="http://schemas.openxmlformats.org/officeDocument/2006/relationships/slide" Target="slides/slide421.xml"/><Relationship Id="rId428" Type="http://schemas.openxmlformats.org/officeDocument/2006/relationships/slide" Target="slides/slide422.xml"/><Relationship Id="rId429" Type="http://schemas.openxmlformats.org/officeDocument/2006/relationships/slide" Target="slides/slide423.xml"/><Relationship Id="rId430" Type="http://schemas.openxmlformats.org/officeDocument/2006/relationships/slide" Target="slides/slide424.xml"/><Relationship Id="rId431" Type="http://schemas.openxmlformats.org/officeDocument/2006/relationships/slide" Target="slides/slide425.xml"/><Relationship Id="rId432" Type="http://schemas.openxmlformats.org/officeDocument/2006/relationships/slide" Target="slides/slide426.xml"/><Relationship Id="rId433" Type="http://schemas.openxmlformats.org/officeDocument/2006/relationships/slide" Target="slides/slide427.xml"/><Relationship Id="rId434" Type="http://schemas.openxmlformats.org/officeDocument/2006/relationships/slide" Target="slides/slide428.xml"/><Relationship Id="rId435" Type="http://schemas.openxmlformats.org/officeDocument/2006/relationships/slide" Target="slides/slide429.xml"/><Relationship Id="rId436" Type="http://schemas.openxmlformats.org/officeDocument/2006/relationships/slide" Target="slides/slide430.xml"/><Relationship Id="rId437" Type="http://schemas.openxmlformats.org/officeDocument/2006/relationships/slide" Target="slides/slide431.xml"/><Relationship Id="rId438" Type="http://schemas.openxmlformats.org/officeDocument/2006/relationships/slide" Target="slides/slide432.xml"/><Relationship Id="rId439" Type="http://schemas.openxmlformats.org/officeDocument/2006/relationships/slide" Target="slides/slide433.xml"/><Relationship Id="rId440" Type="http://schemas.openxmlformats.org/officeDocument/2006/relationships/slide" Target="slides/slide434.xml"/><Relationship Id="rId441" Type="http://schemas.openxmlformats.org/officeDocument/2006/relationships/slide" Target="slides/slide435.xml"/><Relationship Id="rId442" Type="http://schemas.openxmlformats.org/officeDocument/2006/relationships/slide" Target="slides/slide436.xml"/><Relationship Id="rId443" Type="http://schemas.openxmlformats.org/officeDocument/2006/relationships/slide" Target="slides/slide437.xml"/><Relationship Id="rId444" Type="http://schemas.openxmlformats.org/officeDocument/2006/relationships/slide" Target="slides/slide438.xml"/><Relationship Id="rId445" Type="http://schemas.openxmlformats.org/officeDocument/2006/relationships/slide" Target="slides/slide439.xml"/><Relationship Id="rId446" Type="http://schemas.openxmlformats.org/officeDocument/2006/relationships/slide" Target="slides/slide440.xml"/><Relationship Id="rId447" Type="http://schemas.openxmlformats.org/officeDocument/2006/relationships/slide" Target="slides/slide441.xml"/><Relationship Id="rId448" Type="http://schemas.openxmlformats.org/officeDocument/2006/relationships/slide" Target="slides/slide442.xml"/><Relationship Id="rId449" Type="http://schemas.openxmlformats.org/officeDocument/2006/relationships/slide" Target="slides/slide443.xml"/><Relationship Id="rId450" Type="http://schemas.openxmlformats.org/officeDocument/2006/relationships/slide" Target="slides/slide444.xml"/><Relationship Id="rId451" Type="http://schemas.openxmlformats.org/officeDocument/2006/relationships/slide" Target="slides/slide445.xml"/><Relationship Id="rId452" Type="http://schemas.openxmlformats.org/officeDocument/2006/relationships/slide" Target="slides/slide446.xml"/><Relationship Id="rId453" Type="http://schemas.openxmlformats.org/officeDocument/2006/relationships/slide" Target="slides/slide447.xml"/><Relationship Id="rId454" Type="http://schemas.openxmlformats.org/officeDocument/2006/relationships/slide" Target="slides/slide448.xml"/><Relationship Id="rId455" Type="http://schemas.openxmlformats.org/officeDocument/2006/relationships/slide" Target="slides/slide449.xml"/><Relationship Id="rId456" Type="http://schemas.openxmlformats.org/officeDocument/2006/relationships/slide" Target="slides/slide450.xml"/><Relationship Id="rId457" Type="http://schemas.openxmlformats.org/officeDocument/2006/relationships/slide" Target="slides/slide451.xml"/><Relationship Id="rId458" Type="http://schemas.openxmlformats.org/officeDocument/2006/relationships/slide" Target="slides/slide452.xml"/><Relationship Id="rId459" Type="http://schemas.openxmlformats.org/officeDocument/2006/relationships/slide" Target="slides/slide453.xml"/><Relationship Id="rId460" Type="http://schemas.openxmlformats.org/officeDocument/2006/relationships/slide" Target="slides/slide454.xml"/><Relationship Id="rId461" Type="http://schemas.openxmlformats.org/officeDocument/2006/relationships/slide" Target="slides/slide455.xml"/><Relationship Id="rId462" Type="http://schemas.openxmlformats.org/officeDocument/2006/relationships/slide" Target="slides/slide456.xml"/><Relationship Id="rId463" Type="http://schemas.openxmlformats.org/officeDocument/2006/relationships/slide" Target="slides/slide457.xml"/><Relationship Id="rId464" Type="http://schemas.openxmlformats.org/officeDocument/2006/relationships/slide" Target="slides/slide458.xml"/><Relationship Id="rId465" Type="http://schemas.openxmlformats.org/officeDocument/2006/relationships/slide" Target="slides/slide459.xml"/><Relationship Id="rId466" Type="http://schemas.openxmlformats.org/officeDocument/2006/relationships/slide" Target="slides/slide460.xml"/><Relationship Id="rId467" Type="http://schemas.openxmlformats.org/officeDocument/2006/relationships/slide" Target="slides/slide461.xml"/><Relationship Id="rId468" Type="http://schemas.openxmlformats.org/officeDocument/2006/relationships/slide" Target="slides/slide462.xml"/><Relationship Id="rId469" Type="http://schemas.openxmlformats.org/officeDocument/2006/relationships/slide" Target="slides/slide463.xml"/><Relationship Id="rId470" Type="http://schemas.openxmlformats.org/officeDocument/2006/relationships/slide" Target="slides/slide464.xml"/><Relationship Id="rId471" Type="http://schemas.openxmlformats.org/officeDocument/2006/relationships/slide" Target="slides/slide465.xml"/><Relationship Id="rId472" Type="http://schemas.openxmlformats.org/officeDocument/2006/relationships/slide" Target="slides/slide466.xml"/><Relationship Id="rId473" Type="http://schemas.openxmlformats.org/officeDocument/2006/relationships/slide" Target="slides/slide467.xml"/><Relationship Id="rId474" Type="http://schemas.openxmlformats.org/officeDocument/2006/relationships/slide" Target="slides/slide468.xml"/><Relationship Id="rId475" Type="http://schemas.openxmlformats.org/officeDocument/2006/relationships/slide" Target="slides/slide469.xml"/><Relationship Id="rId476" Type="http://schemas.openxmlformats.org/officeDocument/2006/relationships/slide" Target="slides/slide470.xml"/><Relationship Id="rId477" Type="http://schemas.openxmlformats.org/officeDocument/2006/relationships/slide" Target="slides/slide471.xml"/><Relationship Id="rId478" Type="http://schemas.openxmlformats.org/officeDocument/2006/relationships/slide" Target="slides/slide472.xml"/><Relationship Id="rId479" Type="http://schemas.openxmlformats.org/officeDocument/2006/relationships/slide" Target="slides/slide473.xml"/><Relationship Id="rId480" Type="http://schemas.openxmlformats.org/officeDocument/2006/relationships/slide" Target="slides/slide474.xml"/><Relationship Id="rId481" Type="http://schemas.openxmlformats.org/officeDocument/2006/relationships/slide" Target="slides/slide475.xml"/><Relationship Id="rId482" Type="http://schemas.openxmlformats.org/officeDocument/2006/relationships/slide" Target="slides/slide476.xml"/><Relationship Id="rId483" Type="http://schemas.openxmlformats.org/officeDocument/2006/relationships/slide" Target="slides/slide477.xml"/><Relationship Id="rId484" Type="http://schemas.openxmlformats.org/officeDocument/2006/relationships/slide" Target="slides/slide478.xml"/><Relationship Id="rId485" Type="http://schemas.openxmlformats.org/officeDocument/2006/relationships/slide" Target="slides/slide479.xml"/><Relationship Id="rId486" Type="http://schemas.openxmlformats.org/officeDocument/2006/relationships/slide" Target="slides/slide480.xml"/><Relationship Id="rId487" Type="http://schemas.openxmlformats.org/officeDocument/2006/relationships/slide" Target="slides/slide481.xml"/><Relationship Id="rId488" Type="http://schemas.openxmlformats.org/officeDocument/2006/relationships/slide" Target="slides/slide482.xml"/><Relationship Id="rId489" Type="http://schemas.openxmlformats.org/officeDocument/2006/relationships/slide" Target="slides/slide483.xml"/><Relationship Id="rId490" Type="http://schemas.openxmlformats.org/officeDocument/2006/relationships/slide" Target="slides/slide484.xml"/><Relationship Id="rId491" Type="http://schemas.openxmlformats.org/officeDocument/2006/relationships/slide" Target="slides/slide485.xml"/><Relationship Id="rId492" Type="http://schemas.openxmlformats.org/officeDocument/2006/relationships/slide" Target="slides/slide486.xml"/><Relationship Id="rId493" Type="http://schemas.openxmlformats.org/officeDocument/2006/relationships/slide" Target="slides/slide487.xml"/><Relationship Id="rId494" Type="http://schemas.openxmlformats.org/officeDocument/2006/relationships/slide" Target="slides/slide488.xml"/><Relationship Id="rId495" Type="http://schemas.openxmlformats.org/officeDocument/2006/relationships/slide" Target="slides/slide489.xml"/><Relationship Id="rId496" Type="http://schemas.openxmlformats.org/officeDocument/2006/relationships/slide" Target="slides/slide490.xml"/><Relationship Id="rId497" Type="http://schemas.openxmlformats.org/officeDocument/2006/relationships/slide" Target="slides/slide491.xml"/><Relationship Id="rId498" Type="http://schemas.openxmlformats.org/officeDocument/2006/relationships/slide" Target="slides/slide492.xml"/><Relationship Id="rId499" Type="http://schemas.openxmlformats.org/officeDocument/2006/relationships/slide" Target="slides/slide493.xml"/><Relationship Id="rId500" Type="http://schemas.openxmlformats.org/officeDocument/2006/relationships/slide" Target="slides/slide494.xml"/><Relationship Id="rId501" Type="http://schemas.openxmlformats.org/officeDocument/2006/relationships/slide" Target="slides/slide495.xml"/><Relationship Id="rId502" Type="http://schemas.openxmlformats.org/officeDocument/2006/relationships/slide" Target="slides/slide496.xml"/><Relationship Id="rId503" Type="http://schemas.openxmlformats.org/officeDocument/2006/relationships/slide" Target="slides/slide497.xml"/><Relationship Id="rId504" Type="http://schemas.openxmlformats.org/officeDocument/2006/relationships/slide" Target="slides/slide498.xml"/><Relationship Id="rId505" Type="http://schemas.openxmlformats.org/officeDocument/2006/relationships/slide" Target="slides/slide499.xml"/><Relationship Id="rId506" Type="http://schemas.openxmlformats.org/officeDocument/2006/relationships/slide" Target="slides/slide500.xml"/><Relationship Id="rId507" Type="http://schemas.openxmlformats.org/officeDocument/2006/relationships/slide" Target="slides/slide501.xml"/><Relationship Id="rId508" Type="http://schemas.openxmlformats.org/officeDocument/2006/relationships/slide" Target="slides/slide502.xml"/><Relationship Id="rId509" Type="http://schemas.openxmlformats.org/officeDocument/2006/relationships/slide" Target="slides/slide503.xml"/><Relationship Id="rId510" Type="http://schemas.openxmlformats.org/officeDocument/2006/relationships/slide" Target="slides/slide504.xml"/><Relationship Id="rId511" Type="http://schemas.openxmlformats.org/officeDocument/2006/relationships/slide" Target="slides/slide505.xml"/><Relationship Id="rId512" Type="http://schemas.openxmlformats.org/officeDocument/2006/relationships/slide" Target="slides/slide506.xml"/><Relationship Id="rId513" Type="http://schemas.openxmlformats.org/officeDocument/2006/relationships/slide" Target="slides/slide507.xml"/><Relationship Id="rId514" Type="http://schemas.openxmlformats.org/officeDocument/2006/relationships/slide" Target="slides/slide508.xml"/><Relationship Id="rId515" Type="http://schemas.openxmlformats.org/officeDocument/2006/relationships/slide" Target="slides/slide509.xml"/><Relationship Id="rId516" Type="http://schemas.openxmlformats.org/officeDocument/2006/relationships/slide" Target="slides/slide510.xml"/><Relationship Id="rId517" Type="http://schemas.openxmlformats.org/officeDocument/2006/relationships/slide" Target="slides/slide511.xml"/><Relationship Id="rId518" Type="http://schemas.openxmlformats.org/officeDocument/2006/relationships/slide" Target="slides/slide512.xml"/><Relationship Id="rId519" Type="http://schemas.openxmlformats.org/officeDocument/2006/relationships/slide" Target="slides/slide513.xml"/><Relationship Id="rId520" Type="http://schemas.openxmlformats.org/officeDocument/2006/relationships/slide" Target="slides/slide514.xml"/><Relationship Id="rId521" Type="http://schemas.openxmlformats.org/officeDocument/2006/relationships/slide" Target="slides/slide515.xml"/><Relationship Id="rId522" Type="http://schemas.openxmlformats.org/officeDocument/2006/relationships/slide" Target="slides/slide516.xml"/><Relationship Id="rId523" Type="http://schemas.openxmlformats.org/officeDocument/2006/relationships/slide" Target="slides/slide517.xml"/><Relationship Id="rId524" Type="http://schemas.openxmlformats.org/officeDocument/2006/relationships/slide" Target="slides/slide518.xml"/><Relationship Id="rId525" Type="http://schemas.openxmlformats.org/officeDocument/2006/relationships/slide" Target="slides/slide519.xml"/><Relationship Id="rId526" Type="http://schemas.openxmlformats.org/officeDocument/2006/relationships/slide" Target="slides/slide520.xml"/><Relationship Id="rId527" Type="http://schemas.openxmlformats.org/officeDocument/2006/relationships/slide" Target="slides/slide521.xml"/><Relationship Id="rId528" Type="http://schemas.openxmlformats.org/officeDocument/2006/relationships/slide" Target="slides/slide522.xml"/><Relationship Id="rId529" Type="http://schemas.openxmlformats.org/officeDocument/2006/relationships/slide" Target="slides/slide523.xml"/><Relationship Id="rId530" Type="http://schemas.openxmlformats.org/officeDocument/2006/relationships/slide" Target="slides/slide524.xml"/><Relationship Id="rId531" Type="http://schemas.openxmlformats.org/officeDocument/2006/relationships/slide" Target="slides/slide525.xml"/><Relationship Id="rId532" Type="http://schemas.openxmlformats.org/officeDocument/2006/relationships/slide" Target="slides/slide526.xml"/><Relationship Id="rId533" Type="http://schemas.openxmlformats.org/officeDocument/2006/relationships/slide" Target="slides/slide527.xml"/><Relationship Id="rId534" Type="http://schemas.openxmlformats.org/officeDocument/2006/relationships/slide" Target="slides/slide528.xml"/><Relationship Id="rId535" Type="http://schemas.openxmlformats.org/officeDocument/2006/relationships/slide" Target="slides/slide529.xml"/><Relationship Id="rId536" Type="http://schemas.openxmlformats.org/officeDocument/2006/relationships/slide" Target="slides/slide530.xml"/><Relationship Id="rId537" Type="http://schemas.openxmlformats.org/officeDocument/2006/relationships/slide" Target="slides/slide531.xml"/><Relationship Id="rId538" Type="http://schemas.openxmlformats.org/officeDocument/2006/relationships/slide" Target="slides/slide532.xml"/><Relationship Id="rId539" Type="http://schemas.openxmlformats.org/officeDocument/2006/relationships/slide" Target="slides/slide533.xml"/><Relationship Id="rId540" Type="http://schemas.openxmlformats.org/officeDocument/2006/relationships/slide" Target="slides/slide534.xml"/><Relationship Id="rId541" Type="http://schemas.openxmlformats.org/officeDocument/2006/relationships/slide" Target="slides/slide535.xml"/><Relationship Id="rId542" Type="http://schemas.openxmlformats.org/officeDocument/2006/relationships/slide" Target="slides/slide536.xml"/><Relationship Id="rId543" Type="http://schemas.openxmlformats.org/officeDocument/2006/relationships/slide" Target="slides/slide537.xml"/><Relationship Id="rId544" Type="http://schemas.openxmlformats.org/officeDocument/2006/relationships/slide" Target="slides/slide538.xml"/><Relationship Id="rId545" Type="http://schemas.openxmlformats.org/officeDocument/2006/relationships/slide" Target="slides/slide539.xml"/><Relationship Id="rId546" Type="http://schemas.openxmlformats.org/officeDocument/2006/relationships/slide" Target="slides/slide540.xml"/><Relationship Id="rId547" Type="http://schemas.openxmlformats.org/officeDocument/2006/relationships/slide" Target="slides/slide541.xml"/><Relationship Id="rId548" Type="http://schemas.openxmlformats.org/officeDocument/2006/relationships/slide" Target="slides/slide542.xml"/><Relationship Id="rId549" Type="http://schemas.openxmlformats.org/officeDocument/2006/relationships/slide" Target="slides/slide543.xml"/><Relationship Id="rId550" Type="http://schemas.openxmlformats.org/officeDocument/2006/relationships/slide" Target="slides/slide544.xml"/><Relationship Id="rId551" Type="http://schemas.openxmlformats.org/officeDocument/2006/relationships/slide" Target="slides/slide545.xml"/><Relationship Id="rId552" Type="http://schemas.openxmlformats.org/officeDocument/2006/relationships/slide" Target="slides/slide546.xml"/><Relationship Id="rId553" Type="http://schemas.openxmlformats.org/officeDocument/2006/relationships/slide" Target="slides/slide547.xml"/><Relationship Id="rId554" Type="http://schemas.openxmlformats.org/officeDocument/2006/relationships/slide" Target="slides/slide548.xml"/><Relationship Id="rId555" Type="http://schemas.openxmlformats.org/officeDocument/2006/relationships/slide" Target="slides/slide549.xml"/><Relationship Id="rId556" Type="http://schemas.openxmlformats.org/officeDocument/2006/relationships/slide" Target="slides/slide550.xml"/><Relationship Id="rId557" Type="http://schemas.openxmlformats.org/officeDocument/2006/relationships/slide" Target="slides/slide551.xml"/><Relationship Id="rId558" Type="http://schemas.openxmlformats.org/officeDocument/2006/relationships/slide" Target="slides/slide552.xml"/><Relationship Id="rId559" Type="http://schemas.openxmlformats.org/officeDocument/2006/relationships/slide" Target="slides/slide553.xml"/><Relationship Id="rId560" Type="http://schemas.openxmlformats.org/officeDocument/2006/relationships/slide" Target="slides/slide554.xml"/><Relationship Id="rId561" Type="http://schemas.openxmlformats.org/officeDocument/2006/relationships/slide" Target="slides/slide555.xml"/><Relationship Id="rId562" Type="http://schemas.openxmlformats.org/officeDocument/2006/relationships/slide" Target="slides/slide556.xml"/><Relationship Id="rId563" Type="http://schemas.openxmlformats.org/officeDocument/2006/relationships/slide" Target="slides/slide557.xml"/><Relationship Id="rId564" Type="http://schemas.openxmlformats.org/officeDocument/2006/relationships/slide" Target="slides/slide558.xml"/><Relationship Id="rId565" Type="http://schemas.openxmlformats.org/officeDocument/2006/relationships/slide" Target="slides/slide559.xml"/><Relationship Id="rId566" Type="http://schemas.openxmlformats.org/officeDocument/2006/relationships/slide" Target="slides/slide560.xml"/><Relationship Id="rId567" Type="http://schemas.openxmlformats.org/officeDocument/2006/relationships/slide" Target="slides/slide561.xml"/><Relationship Id="rId568" Type="http://schemas.openxmlformats.org/officeDocument/2006/relationships/slide" Target="slides/slide562.xml"/><Relationship Id="rId569" Type="http://schemas.openxmlformats.org/officeDocument/2006/relationships/slide" Target="slides/slide563.xml"/><Relationship Id="rId570" Type="http://schemas.openxmlformats.org/officeDocument/2006/relationships/slide" Target="slides/slide564.xml"/><Relationship Id="rId571" Type="http://schemas.openxmlformats.org/officeDocument/2006/relationships/slide" Target="slides/slide565.xml"/><Relationship Id="rId572" Type="http://schemas.openxmlformats.org/officeDocument/2006/relationships/slide" Target="slides/slide566.xml"/><Relationship Id="rId573" Type="http://schemas.openxmlformats.org/officeDocument/2006/relationships/slide" Target="slides/slide567.xml"/><Relationship Id="rId574" Type="http://schemas.openxmlformats.org/officeDocument/2006/relationships/slide" Target="slides/slide568.xml"/><Relationship Id="rId575" Type="http://schemas.openxmlformats.org/officeDocument/2006/relationships/slide" Target="slides/slide569.xml"/><Relationship Id="rId576" Type="http://schemas.openxmlformats.org/officeDocument/2006/relationships/slide" Target="slides/slide570.xml"/><Relationship Id="rId577" Type="http://schemas.openxmlformats.org/officeDocument/2006/relationships/slide" Target="slides/slide571.xml"/><Relationship Id="rId578" Type="http://schemas.openxmlformats.org/officeDocument/2006/relationships/slide" Target="slides/slide572.xml"/><Relationship Id="rId579" Type="http://schemas.openxmlformats.org/officeDocument/2006/relationships/slide" Target="slides/slide573.xml"/><Relationship Id="rId580" Type="http://schemas.openxmlformats.org/officeDocument/2006/relationships/slide" Target="slides/slide574.xml"/><Relationship Id="rId581" Type="http://schemas.openxmlformats.org/officeDocument/2006/relationships/slide" Target="slides/slide575.xml"/><Relationship Id="rId582" Type="http://schemas.openxmlformats.org/officeDocument/2006/relationships/slide" Target="slides/slide576.xml"/><Relationship Id="rId583" Type="http://schemas.openxmlformats.org/officeDocument/2006/relationships/slide" Target="slides/slide577.xml"/><Relationship Id="rId584" Type="http://schemas.openxmlformats.org/officeDocument/2006/relationships/slide" Target="slides/slide578.xml"/><Relationship Id="rId585" Type="http://schemas.openxmlformats.org/officeDocument/2006/relationships/slide" Target="slides/slide579.xml"/><Relationship Id="rId586" Type="http://schemas.openxmlformats.org/officeDocument/2006/relationships/slide" Target="slides/slide580.xml"/><Relationship Id="rId587" Type="http://schemas.openxmlformats.org/officeDocument/2006/relationships/slide" Target="slides/slide581.xml"/><Relationship Id="rId588" Type="http://schemas.openxmlformats.org/officeDocument/2006/relationships/slide" Target="slides/slide582.xml"/><Relationship Id="rId589" Type="http://schemas.openxmlformats.org/officeDocument/2006/relationships/slide" Target="slides/slide583.xml"/><Relationship Id="rId590" Type="http://schemas.openxmlformats.org/officeDocument/2006/relationships/slide" Target="slides/slide584.xml"/><Relationship Id="rId591" Type="http://schemas.openxmlformats.org/officeDocument/2006/relationships/slide" Target="slides/slide585.xml"/><Relationship Id="rId592" Type="http://schemas.openxmlformats.org/officeDocument/2006/relationships/slide" Target="slides/slide586.xml"/><Relationship Id="rId593" Type="http://schemas.openxmlformats.org/officeDocument/2006/relationships/slide" Target="slides/slide587.xml"/><Relationship Id="rId594" Type="http://schemas.openxmlformats.org/officeDocument/2006/relationships/slide" Target="slides/slide588.xml"/><Relationship Id="rId595" Type="http://schemas.openxmlformats.org/officeDocument/2006/relationships/slide" Target="slides/slide589.xml"/><Relationship Id="rId596" Type="http://schemas.openxmlformats.org/officeDocument/2006/relationships/slide" Target="slides/slide590.xml"/><Relationship Id="rId597" Type="http://schemas.openxmlformats.org/officeDocument/2006/relationships/slide" Target="slides/slide591.xml"/><Relationship Id="rId598" Type="http://schemas.openxmlformats.org/officeDocument/2006/relationships/slide" Target="slides/slide592.xml"/><Relationship Id="rId599" Type="http://schemas.openxmlformats.org/officeDocument/2006/relationships/slide" Target="slides/slide593.xml"/><Relationship Id="rId600" Type="http://schemas.openxmlformats.org/officeDocument/2006/relationships/slide" Target="slides/slide594.xml"/><Relationship Id="rId601" Type="http://schemas.openxmlformats.org/officeDocument/2006/relationships/slide" Target="slides/slide595.xml"/><Relationship Id="rId602" Type="http://schemas.openxmlformats.org/officeDocument/2006/relationships/slide" Target="slides/slide596.xml"/><Relationship Id="rId603" Type="http://schemas.openxmlformats.org/officeDocument/2006/relationships/slide" Target="slides/slide597.xml"/><Relationship Id="rId604" Type="http://schemas.openxmlformats.org/officeDocument/2006/relationships/slide" Target="slides/slide598.xml"/><Relationship Id="rId605" Type="http://schemas.openxmlformats.org/officeDocument/2006/relationships/slide" Target="slides/slide599.xml"/><Relationship Id="rId606" Type="http://schemas.openxmlformats.org/officeDocument/2006/relationships/slide" Target="slides/slide600.xml"/><Relationship Id="rId607" Type="http://schemas.openxmlformats.org/officeDocument/2006/relationships/slide" Target="slides/slide601.xml"/><Relationship Id="rId608" Type="http://schemas.openxmlformats.org/officeDocument/2006/relationships/slide" Target="slides/slide602.xml"/><Relationship Id="rId609" Type="http://schemas.openxmlformats.org/officeDocument/2006/relationships/slide" Target="slides/slide603.xml"/><Relationship Id="rId610" Type="http://schemas.openxmlformats.org/officeDocument/2006/relationships/slide" Target="slides/slide604.xml"/><Relationship Id="rId611" Type="http://schemas.openxmlformats.org/officeDocument/2006/relationships/slide" Target="slides/slide605.xml"/><Relationship Id="rId612" Type="http://schemas.openxmlformats.org/officeDocument/2006/relationships/slide" Target="slides/slide606.xml"/><Relationship Id="rId613" Type="http://schemas.openxmlformats.org/officeDocument/2006/relationships/slide" Target="slides/slide607.xml"/><Relationship Id="rId614" Type="http://schemas.openxmlformats.org/officeDocument/2006/relationships/slide" Target="slides/slide608.xml"/><Relationship Id="rId615" Type="http://schemas.openxmlformats.org/officeDocument/2006/relationships/slide" Target="slides/slide609.xml"/><Relationship Id="rId616" Type="http://schemas.openxmlformats.org/officeDocument/2006/relationships/slide" Target="slides/slide610.xml"/><Relationship Id="rId617" Type="http://schemas.openxmlformats.org/officeDocument/2006/relationships/slide" Target="slides/slide611.xml"/><Relationship Id="rId618" Type="http://schemas.openxmlformats.org/officeDocument/2006/relationships/slide" Target="slides/slide612.xml"/><Relationship Id="rId619" Type="http://schemas.openxmlformats.org/officeDocument/2006/relationships/slide" Target="slides/slide613.xml"/><Relationship Id="rId620" Type="http://schemas.openxmlformats.org/officeDocument/2006/relationships/slide" Target="slides/slide614.xml"/><Relationship Id="rId621" Type="http://schemas.openxmlformats.org/officeDocument/2006/relationships/slide" Target="slides/slide615.xml"/><Relationship Id="rId622" Type="http://schemas.openxmlformats.org/officeDocument/2006/relationships/slide" Target="slides/slide616.xml"/><Relationship Id="rId623" Type="http://schemas.openxmlformats.org/officeDocument/2006/relationships/slide" Target="slides/slide617.xml"/><Relationship Id="rId624" Type="http://schemas.openxmlformats.org/officeDocument/2006/relationships/slide" Target="slides/slide618.xml"/><Relationship Id="rId625" Type="http://schemas.openxmlformats.org/officeDocument/2006/relationships/slide" Target="slides/slide619.xml"/><Relationship Id="rId626" Type="http://schemas.openxmlformats.org/officeDocument/2006/relationships/slide" Target="slides/slide620.xml"/><Relationship Id="rId627" Type="http://schemas.openxmlformats.org/officeDocument/2006/relationships/slide" Target="slides/slide621.xml"/><Relationship Id="rId628" Type="http://schemas.openxmlformats.org/officeDocument/2006/relationships/slide" Target="slides/slide622.xml"/><Relationship Id="rId629" Type="http://schemas.openxmlformats.org/officeDocument/2006/relationships/slide" Target="slides/slide623.xml"/><Relationship Id="rId630" Type="http://schemas.openxmlformats.org/officeDocument/2006/relationships/slide" Target="slides/slide624.xml"/><Relationship Id="rId631" Type="http://schemas.openxmlformats.org/officeDocument/2006/relationships/slide" Target="slides/slide625.xml"/><Relationship Id="rId632" Type="http://schemas.openxmlformats.org/officeDocument/2006/relationships/slide" Target="slides/slide626.xml"/><Relationship Id="rId633" Type="http://schemas.openxmlformats.org/officeDocument/2006/relationships/slide" Target="slides/slide627.xml"/><Relationship Id="rId634" Type="http://schemas.openxmlformats.org/officeDocument/2006/relationships/slide" Target="slides/slide628.xml"/><Relationship Id="rId635" Type="http://schemas.openxmlformats.org/officeDocument/2006/relationships/slide" Target="slides/slide629.xml"/><Relationship Id="rId636" Type="http://schemas.openxmlformats.org/officeDocument/2006/relationships/slide" Target="slides/slide630.xml"/><Relationship Id="rId637" Type="http://schemas.openxmlformats.org/officeDocument/2006/relationships/slide" Target="slides/slide631.xml"/><Relationship Id="rId638" Type="http://schemas.openxmlformats.org/officeDocument/2006/relationships/slide" Target="slides/slide632.xml"/><Relationship Id="rId639" Type="http://schemas.openxmlformats.org/officeDocument/2006/relationships/slide" Target="slides/slide633.xml"/><Relationship Id="rId640" Type="http://schemas.openxmlformats.org/officeDocument/2006/relationships/slide" Target="slides/slide634.xml"/><Relationship Id="rId641" Type="http://schemas.openxmlformats.org/officeDocument/2006/relationships/slide" Target="slides/slide635.xml"/><Relationship Id="rId642" Type="http://schemas.openxmlformats.org/officeDocument/2006/relationships/slide" Target="slides/slide636.xml"/><Relationship Id="rId643" Type="http://schemas.openxmlformats.org/officeDocument/2006/relationships/slide" Target="slides/slide637.xml"/><Relationship Id="rId644" Type="http://schemas.openxmlformats.org/officeDocument/2006/relationships/slide" Target="slides/slide638.xml"/><Relationship Id="rId645" Type="http://schemas.openxmlformats.org/officeDocument/2006/relationships/slide" Target="slides/slide639.xml"/><Relationship Id="rId646" Type="http://schemas.openxmlformats.org/officeDocument/2006/relationships/slide" Target="slides/slide640.xml"/><Relationship Id="rId647" Type="http://schemas.openxmlformats.org/officeDocument/2006/relationships/slide" Target="slides/slide641.xml"/><Relationship Id="rId648" Type="http://schemas.openxmlformats.org/officeDocument/2006/relationships/slide" Target="slides/slide642.xml"/><Relationship Id="rId649" Type="http://schemas.openxmlformats.org/officeDocument/2006/relationships/slide" Target="slides/slide643.xml"/><Relationship Id="rId650" Type="http://schemas.openxmlformats.org/officeDocument/2006/relationships/slide" Target="slides/slide644.xml"/><Relationship Id="rId651" Type="http://schemas.openxmlformats.org/officeDocument/2006/relationships/slide" Target="slides/slide645.xml"/><Relationship Id="rId652" Type="http://schemas.openxmlformats.org/officeDocument/2006/relationships/slide" Target="slides/slide646.xml"/><Relationship Id="rId653" Type="http://schemas.openxmlformats.org/officeDocument/2006/relationships/slide" Target="slides/slide647.xml"/><Relationship Id="rId654" Type="http://schemas.openxmlformats.org/officeDocument/2006/relationships/slide" Target="slides/slide648.xml"/><Relationship Id="rId655" Type="http://schemas.openxmlformats.org/officeDocument/2006/relationships/slide" Target="slides/slide649.xml"/><Relationship Id="rId656" Type="http://schemas.openxmlformats.org/officeDocument/2006/relationships/slide" Target="slides/slide650.xml"/><Relationship Id="rId657" Type="http://schemas.openxmlformats.org/officeDocument/2006/relationships/slide" Target="slides/slide651.xml"/><Relationship Id="rId658" Type="http://schemas.openxmlformats.org/officeDocument/2006/relationships/slide" Target="slides/slide652.xml"/><Relationship Id="rId659" Type="http://schemas.openxmlformats.org/officeDocument/2006/relationships/slide" Target="slides/slide653.xml"/><Relationship Id="rId660" Type="http://schemas.openxmlformats.org/officeDocument/2006/relationships/slide" Target="slides/slide654.xml"/><Relationship Id="rId661" Type="http://schemas.openxmlformats.org/officeDocument/2006/relationships/slide" Target="slides/slide655.xml"/><Relationship Id="rId662" Type="http://schemas.openxmlformats.org/officeDocument/2006/relationships/slide" Target="slides/slide656.xml"/><Relationship Id="rId663" Type="http://schemas.openxmlformats.org/officeDocument/2006/relationships/slide" Target="slides/slide65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4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6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7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8.pn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9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0.pn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1.pn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2.pn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3.pn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4.pn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5.pn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6.pn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7.pn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8.pn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9.pn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0.pn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1.pn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2.pn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3.pn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4.pn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5.pn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6.pn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7.pn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8.png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9.png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0.png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1.png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2.png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3.png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4.png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5.png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6.png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7.png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8.png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9.png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0.png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1.png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2.png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3.png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4.png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5.png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6.png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7.png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8.png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9.png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0.png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1.png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2.png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3.png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4.png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5.png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6.png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7.png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8.png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9.png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0.png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1.png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2.png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3.png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4.png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5.png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6.png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7.png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8.png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9.png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0.png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1.png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2.png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3.png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4.png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5.png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6.png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7.png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8.png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9.png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0.png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1.png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2.png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3.png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4.png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5.png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6.png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7.png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8.png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9.png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0.png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1.png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2.png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3.png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4.png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5.png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6.png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7.png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8.png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9.png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0.png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1.png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2.png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3.png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4.png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5.png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6.png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7.png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8.png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9.png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0.png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1.png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2.png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3.png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4.png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5.png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6.png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7.png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8.png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9.png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0.png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1.png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2.png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3.png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4.png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5.png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6.png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7.png"/></Relationships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8.png"/></Relationships>
</file>

<file path=ppt/slides/_rels/slide2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9.png"/></Relationships>
</file>

<file path=ppt/slides/_rels/slide2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0.png"/></Relationships>
</file>

<file path=ppt/slides/_rels/slide2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1.png"/></Relationships>
</file>

<file path=ppt/slides/_rels/slide2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2.png"/></Relationships>
</file>

<file path=ppt/slides/_rels/slide2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3.png"/></Relationships>
</file>

<file path=ppt/slides/_rels/slide2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4.png"/></Relationships>
</file>

<file path=ppt/slides/_rels/slide2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5.png"/></Relationships>
</file>

<file path=ppt/slides/_rels/slide2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6.png"/></Relationships>
</file>

<file path=ppt/slides/_rels/slide2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7.png"/></Relationships>
</file>

<file path=ppt/slides/_rels/slide2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8.png"/></Relationships>
</file>

<file path=ppt/slides/_rels/slide2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9.png"/></Relationships>
</file>

<file path=ppt/slides/_rels/slide2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0.png"/></Relationships>
</file>

<file path=ppt/slides/_rels/slide2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1.png"/></Relationships>
</file>

<file path=ppt/slides/_rels/slide2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2.png"/></Relationships>
</file>

<file path=ppt/slides/_rels/slide2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3.png"/></Relationships>
</file>

<file path=ppt/slides/_rels/slide2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4.png"/></Relationships>
</file>

<file path=ppt/slides/_rels/slide2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5.png"/></Relationships>
</file>

<file path=ppt/slides/_rels/slide2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6.png"/></Relationships>
</file>

<file path=ppt/slides/_rels/slide2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7.png"/></Relationships>
</file>

<file path=ppt/slides/_rels/slide2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8.png"/></Relationships>
</file>

<file path=ppt/slides/_rels/slide2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9.png"/></Relationships>
</file>

<file path=ppt/slides/_rels/slide2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0.png"/></Relationships>
</file>

<file path=ppt/slides/_rels/slide2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1.png"/></Relationships>
</file>

<file path=ppt/slides/_rels/slide2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2.png"/></Relationships>
</file>

<file path=ppt/slides/_rels/slide2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3.png"/></Relationships>
</file>

<file path=ppt/slides/_rels/slide2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4.png"/></Relationships>
</file>

<file path=ppt/slides/_rels/slide2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5.png"/></Relationships>
</file>

<file path=ppt/slides/_rels/slide2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6.png"/></Relationships>
</file>

<file path=ppt/slides/_rels/slide2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7.png"/></Relationships>
</file>

<file path=ppt/slides/_rels/slide2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8.png"/></Relationships>
</file>

<file path=ppt/slides/_rels/slide2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9.png"/></Relationships>
</file>

<file path=ppt/slides/_rels/slide2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0.png"/></Relationships>
</file>

<file path=ppt/slides/_rels/slide2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1.png"/></Relationships>
</file>

<file path=ppt/slides/_rels/slide2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2.png"/></Relationships>
</file>

<file path=ppt/slides/_rels/slide2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3.png"/></Relationships>
</file>

<file path=ppt/slides/_rels/slide2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4.png"/></Relationships>
</file>

<file path=ppt/slides/_rels/slide2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5.png"/></Relationships>
</file>

<file path=ppt/slides/_rels/slide2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6.png"/></Relationships>
</file>

<file path=ppt/slides/_rels/slide2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7.png"/></Relationships>
</file>

<file path=ppt/slides/_rels/slide2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8.png"/></Relationships>
</file>

<file path=ppt/slides/_rels/slide2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9.png"/></Relationships>
</file>

<file path=ppt/slides/_rels/slide2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0.png"/></Relationships>
</file>

<file path=ppt/slides/_rels/slide2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2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1.png"/></Relationships>
</file>

<file path=ppt/slides/_rels/slide2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2.png"/></Relationships>
</file>

<file path=ppt/slides/_rels/slide2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3.png"/></Relationships>
</file>

<file path=ppt/slides/_rels/slide2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4.png"/></Relationships>
</file>

<file path=ppt/slides/_rels/slide2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5.png"/></Relationships>
</file>

<file path=ppt/slides/_rels/slide2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6.png"/></Relationships>
</file>

<file path=ppt/slides/_rels/slide2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7.png"/></Relationships>
</file>

<file path=ppt/slides/_rels/slide2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8.png"/></Relationships>
</file>

<file path=ppt/slides/_rels/slide2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9.png"/></Relationships>
</file>

<file path=ppt/slides/_rels/slide2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2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2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2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0.png"/></Relationships>
</file>

<file path=ppt/slides/_rels/slide2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2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1.png"/></Relationships>
</file>

<file path=ppt/slides/_rels/slide2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2.png"/></Relationships>
</file>

<file path=ppt/slides/_rels/slide2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3.png"/></Relationships>
</file>

<file path=ppt/slides/_rels/slide2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4.png"/></Relationships>
</file>

<file path=ppt/slides/_rels/slide2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5.png"/></Relationships>
</file>

<file path=ppt/slides/_rels/slide2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6.png"/></Relationships>
</file>

<file path=ppt/slides/_rels/slide2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7.png"/></Relationships>
</file>

<file path=ppt/slides/_rels/slide2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8.png"/></Relationships>
</file>

<file path=ppt/slides/_rels/slide2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9.png"/></Relationships>
</file>

<file path=ppt/slides/_rels/slide2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0.png"/></Relationships>
</file>

<file path=ppt/slides/_rels/slide2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1.png"/></Relationships>
</file>

<file path=ppt/slides/_rels/slide2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2.png"/></Relationships>
</file>

<file path=ppt/slides/_rels/slide2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3.png"/></Relationships>
</file>

<file path=ppt/slides/_rels/slide2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4.png"/></Relationships>
</file>

<file path=ppt/slides/_rels/slide2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5.png"/></Relationships>
</file>

<file path=ppt/slides/_rels/slide2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6.png"/></Relationships>
</file>

<file path=ppt/slides/_rels/slide2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7.png"/></Relationships>
</file>

<file path=ppt/slides/_rels/slide2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8.png"/></Relationships>
</file>

<file path=ppt/slides/_rels/slide2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9.png"/></Relationships>
</file>

<file path=ppt/slides/_rels/slide2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0.png"/></Relationships>
</file>

<file path=ppt/slides/_rels/slide2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1.png"/></Relationships>
</file>

<file path=ppt/slides/_rels/slide2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2.png"/></Relationships>
</file>

<file path=ppt/slides/_rels/slide2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3.png"/></Relationships>
</file>

<file path=ppt/slides/_rels/slide2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4.png"/></Relationships>
</file>

<file path=ppt/slides/_rels/slide2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5.png"/></Relationships>
</file>

<file path=ppt/slides/_rels/slide2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6.png"/></Relationships>
</file>

<file path=ppt/slides/_rels/slide2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7.png"/></Relationships>
</file>

<file path=ppt/slides/_rels/slide2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8.png"/></Relationships>
</file>

<file path=ppt/slides/_rels/slide2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9.png"/></Relationships>
</file>

<file path=ppt/slides/_rels/slide2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0.png"/></Relationships>
</file>

<file path=ppt/slides/_rels/slide2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1.png"/></Relationships>
</file>

<file path=ppt/slides/_rels/slide2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2.png"/></Relationships>
</file>

<file path=ppt/slides/_rels/slide2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3.png"/></Relationships>
</file>

<file path=ppt/slides/_rels/slide2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4.png"/></Relationships>
</file>

<file path=ppt/slides/_rels/slide2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5.png"/></Relationships>
</file>

<file path=ppt/slides/_rels/slide2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6.png"/></Relationships>
</file>

<file path=ppt/slides/_rels/slide2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7.png"/></Relationships>
</file>

<file path=ppt/slides/_rels/slide2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8.png"/></Relationships>
</file>

<file path=ppt/slides/_rels/slide2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9.png"/></Relationships>
</file>

<file path=ppt/slides/_rels/slide3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0.png"/></Relationships>
</file>

<file path=ppt/slides/_rels/slide3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1.png"/></Relationships>
</file>

<file path=ppt/slides/_rels/slide3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2.png"/></Relationships>
</file>

<file path=ppt/slides/_rels/slide3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3.png"/></Relationships>
</file>

<file path=ppt/slides/_rels/slide3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4.png"/></Relationships>
</file>

<file path=ppt/slides/_rels/slide3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5.png"/></Relationships>
</file>

<file path=ppt/slides/_rels/slide3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6.png"/></Relationships>
</file>

<file path=ppt/slides/_rels/slide3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7.png"/></Relationships>
</file>

<file path=ppt/slides/_rels/slide3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8.png"/></Relationships>
</file>

<file path=ppt/slides/_rels/slide3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9.png"/></Relationships>
</file>

<file path=ppt/slides/_rels/slide3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0.png"/></Relationships>
</file>

<file path=ppt/slides/_rels/slide3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1.png"/></Relationships>
</file>

<file path=ppt/slides/_rels/slide3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2.png"/></Relationships>
</file>

<file path=ppt/slides/_rels/slide3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3.png"/></Relationships>
</file>

<file path=ppt/slides/_rels/slide3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4.png"/></Relationships>
</file>

<file path=ppt/slides/_rels/slide3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5.png"/></Relationships>
</file>

<file path=ppt/slides/_rels/slide3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3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6.png"/></Relationships>
</file>

<file path=ppt/slides/_rels/slide3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7.png"/></Relationships>
</file>

<file path=ppt/slides/_rels/slide3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8.png"/></Relationships>
</file>

<file path=ppt/slides/_rels/slide3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9.png"/></Relationships>
</file>

<file path=ppt/slides/_rels/slide3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0.png"/></Relationships>
</file>

<file path=ppt/slides/_rels/slide3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1.png"/></Relationships>
</file>

<file path=ppt/slides/_rels/slide3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2.png"/></Relationships>
</file>

<file path=ppt/slides/_rels/slide3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3.png"/></Relationships>
</file>

<file path=ppt/slides/_rels/slide3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4.png"/></Relationships>
</file>

<file path=ppt/slides/_rels/slide3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3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3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3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5.png"/></Relationships>
</file>

<file path=ppt/slides/_rels/slide3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6.png"/></Relationships>
</file>

<file path=ppt/slides/_rels/slide3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7.png"/></Relationships>
</file>

<file path=ppt/slides/_rels/slide3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8.png"/></Relationships>
</file>

<file path=ppt/slides/_rels/slide3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9.png"/></Relationships>
</file>

<file path=ppt/slides/_rels/slide3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0.png"/></Relationships>
</file>

<file path=ppt/slides/_rels/slide3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1.png"/></Relationships>
</file>

<file path=ppt/slides/_rels/slide3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2.png"/></Relationships>
</file>

<file path=ppt/slides/_rels/slide3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3.png"/></Relationships>
</file>

<file path=ppt/slides/_rels/slide3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4.png"/></Relationships>
</file>

<file path=ppt/slides/_rels/slide3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5.png"/></Relationships>
</file>

<file path=ppt/slides/_rels/slide3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6.png"/></Relationships>
</file>

<file path=ppt/slides/_rels/slide3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7.png"/></Relationships>
</file>

<file path=ppt/slides/_rels/slide3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8.png"/></Relationships>
</file>

<file path=ppt/slides/_rels/slide3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9.png"/></Relationships>
</file>

<file path=ppt/slides/_rels/slide3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0.png"/></Relationships>
</file>

<file path=ppt/slides/_rels/slide3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1.png"/></Relationships>
</file>

<file path=ppt/slides/_rels/slide3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2.png"/></Relationships>
</file>

<file path=ppt/slides/_rels/slide3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3.png"/></Relationships>
</file>

<file path=ppt/slides/_rels/slide3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4.png"/></Relationships>
</file>

<file path=ppt/slides/_rels/slide3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5.png"/></Relationships>
</file>

<file path=ppt/slides/_rels/slide3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6.png"/></Relationships>
</file>

<file path=ppt/slides/_rels/slide3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7.png"/></Relationships>
</file>

<file path=ppt/slides/_rels/slide3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8.png"/></Relationships>
</file>

<file path=ppt/slides/_rels/slide3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9.png"/></Relationships>
</file>

<file path=ppt/slides/_rels/slide3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0.png"/></Relationships>
</file>

<file path=ppt/slides/_rels/slide3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1.png"/></Relationships>
</file>

<file path=ppt/slides/_rels/slide3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2.png"/></Relationships>
</file>

<file path=ppt/slides/_rels/slide3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3.png"/></Relationships>
</file>

<file path=ppt/slides/_rels/slide3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4.png"/></Relationships>
</file>

<file path=ppt/slides/_rels/slide3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5.png"/></Relationships>
</file>

<file path=ppt/slides/_rels/slide3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6.png"/></Relationships>
</file>

<file path=ppt/slides/_rels/slide3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7.png"/></Relationships>
</file>

<file path=ppt/slides/_rels/slide3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8.png"/></Relationships>
</file>

<file path=ppt/slides/_rels/slide3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9.png"/></Relationships>
</file>

<file path=ppt/slides/_rels/slide3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0.png"/></Relationships>
</file>

<file path=ppt/slides/_rels/slide3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1.png"/></Relationships>
</file>

<file path=ppt/slides/_rels/slide3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2.png"/></Relationships>
</file>

<file path=ppt/slides/_rels/slide3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3.png"/></Relationships>
</file>

<file path=ppt/slides/_rels/slide3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4.png"/></Relationships>
</file>

<file path=ppt/slides/_rels/slide3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5.png"/></Relationships>
</file>

<file path=ppt/slides/_rels/slide3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6.png"/></Relationships>
</file>

<file path=ppt/slides/_rels/slide3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7.png"/></Relationships>
</file>

<file path=ppt/slides/_rels/slide3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8.png"/></Relationships>
</file>

<file path=ppt/slides/_rels/slide3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9.png"/></Relationships>
</file>

<file path=ppt/slides/_rels/slide3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0.png"/></Relationships>
</file>

<file path=ppt/slides/_rels/slide3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1.png"/></Relationships>
</file>

<file path=ppt/slides/_rels/slide3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2.png"/></Relationships>
</file>

<file path=ppt/slides/_rels/slide3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3.png"/></Relationships>
</file>

<file path=ppt/slides/_rels/slide3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4.png"/></Relationships>
</file>

<file path=ppt/slides/_rels/slide3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5.png"/></Relationships>
</file>

<file path=ppt/slides/_rels/slide3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6.png"/></Relationships>
</file>

<file path=ppt/slides/_rels/slide3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7.png"/></Relationships>
</file>

<file path=ppt/slides/_rels/slide3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8.png"/></Relationships>
</file>

<file path=ppt/slides/_rels/slide3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9.png"/></Relationships>
</file>

<file path=ppt/slides/_rels/slide3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0.png"/></Relationships>
</file>

<file path=ppt/slides/_rels/slide3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1.png"/></Relationships>
</file>

<file path=ppt/slides/_rels/slide3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2.png"/></Relationships>
</file>

<file path=ppt/slides/_rels/slide3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3.png"/></Relationships>
</file>

<file path=ppt/slides/_rels/slide3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4.png"/></Relationships>
</file>

<file path=ppt/slides/_rels/slide3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5.png"/></Relationships>
</file>

<file path=ppt/slides/_rels/slide3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6.png"/></Relationships>
</file>

<file path=ppt/slides/_rels/slide3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7.png"/></Relationships>
</file>

<file path=ppt/slides/_rels/slide3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8.png"/></Relationships>
</file>

<file path=ppt/slides/_rels/slide3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9.png"/></Relationships>
</file>

<file path=ppt/slides/_rels/slide3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0.png"/></Relationships>
</file>

<file path=ppt/slides/_rels/slide4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1.png"/></Relationships>
</file>

<file path=ppt/slides/_rels/slide4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2.png"/></Relationships>
</file>

<file path=ppt/slides/_rels/slide4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3.png"/></Relationships>
</file>

<file path=ppt/slides/_rels/slide4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4.png"/></Relationships>
</file>

<file path=ppt/slides/_rels/slide4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5.png"/></Relationships>
</file>

<file path=ppt/slides/_rels/slide4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6.png"/></Relationships>
</file>

<file path=ppt/slides/_rels/slide4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7.png"/></Relationships>
</file>

<file path=ppt/slides/_rels/slide4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8.png"/></Relationships>
</file>

<file path=ppt/slides/_rels/slide4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9.png"/></Relationships>
</file>

<file path=ppt/slides/_rels/slide4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0.png"/></Relationships>
</file>

<file path=ppt/slides/_rels/slide4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1.png"/></Relationships>
</file>

<file path=ppt/slides/_rels/slide4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2.png"/></Relationships>
</file>

<file path=ppt/slides/_rels/slide4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3.png"/></Relationships>
</file>

<file path=ppt/slides/_rels/slide4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4.png"/></Relationships>
</file>

<file path=ppt/slides/_rels/slide4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5.png"/></Relationships>
</file>

<file path=ppt/slides/_rels/slide4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6.png"/></Relationships>
</file>

<file path=ppt/slides/_rels/slide4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7.png"/></Relationships>
</file>

<file path=ppt/slides/_rels/slide4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8.png"/></Relationships>
</file>

<file path=ppt/slides/_rels/slide4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9.png"/></Relationships>
</file>

<file path=ppt/slides/_rels/slide4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0.png"/></Relationships>
</file>

<file path=ppt/slides/_rels/slide4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1.png"/></Relationships>
</file>

<file path=ppt/slides/_rels/slide4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2.png"/></Relationships>
</file>

<file path=ppt/slides/_rels/slide4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3.png"/></Relationships>
</file>

<file path=ppt/slides/_rels/slide4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4.png"/></Relationships>
</file>

<file path=ppt/slides/_rels/slide4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5.png"/></Relationships>
</file>

<file path=ppt/slides/_rels/slide4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6.png"/></Relationships>
</file>

<file path=ppt/slides/_rels/slide4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7.png"/></Relationships>
</file>

<file path=ppt/slides/_rels/slide4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8.png"/></Relationships>
</file>

<file path=ppt/slides/_rels/slide4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9.png"/></Relationships>
</file>

<file path=ppt/slides/_rels/slide4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0.png"/></Relationships>
</file>

<file path=ppt/slides/_rels/slide4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1.png"/></Relationships>
</file>

<file path=ppt/slides/_rels/slide4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2.png"/></Relationships>
</file>

<file path=ppt/slides/_rels/slide4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3.png"/></Relationships>
</file>

<file path=ppt/slides/_rels/slide4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4.png"/></Relationships>
</file>

<file path=ppt/slides/_rels/slide4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5.png"/></Relationships>
</file>

<file path=ppt/slides/_rels/slide4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6.png"/></Relationships>
</file>

<file path=ppt/slides/_rels/slide4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7.png"/></Relationships>
</file>

<file path=ppt/slides/_rels/slide4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4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8.png"/></Relationships>
</file>

<file path=ppt/slides/_rels/slide4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9.png"/></Relationships>
</file>

<file path=ppt/slides/_rels/slide4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0.png"/></Relationships>
</file>

<file path=ppt/slides/_rels/slide4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1.png"/></Relationships>
</file>

<file path=ppt/slides/_rels/slide4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2.png"/></Relationships>
</file>

<file path=ppt/slides/_rels/slide4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3.png"/></Relationships>
</file>

<file path=ppt/slides/_rels/slide4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4.png"/></Relationships>
</file>

<file path=ppt/slides/_rels/slide4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5.png"/></Relationships>
</file>

<file path=ppt/slides/_rels/slide4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6.png"/></Relationships>
</file>

<file path=ppt/slides/_rels/slide4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7.png"/></Relationships>
</file>

<file path=ppt/slides/_rels/slide4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8.png"/></Relationships>
</file>

<file path=ppt/slides/_rels/slide4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9.png"/></Relationships>
</file>

<file path=ppt/slides/_rels/slide4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0.png"/></Relationships>
</file>

<file path=ppt/slides/_rels/slide4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1.png"/></Relationships>
</file>

<file path=ppt/slides/_rels/slide4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2.png"/></Relationships>
</file>

<file path=ppt/slides/_rels/slide4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3.png"/></Relationships>
</file>

<file path=ppt/slides/_rels/slide4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4.png"/></Relationships>
</file>

<file path=ppt/slides/_rels/slide4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5.png"/></Relationships>
</file>

<file path=ppt/slides/_rels/slide4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6.png"/></Relationships>
</file>

<file path=ppt/slides/_rels/slide4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7.png"/></Relationships>
</file>

<file path=ppt/slides/_rels/slide4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8.png"/></Relationships>
</file>

<file path=ppt/slides/_rels/slide4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9.png"/></Relationships>
</file>

<file path=ppt/slides/_rels/slide4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0.png"/></Relationships>
</file>

<file path=ppt/slides/_rels/slide4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1.png"/></Relationships>
</file>

<file path=ppt/slides/_rels/slide4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2.png"/></Relationships>
</file>

<file path=ppt/slides/_rels/slide4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3.png"/></Relationships>
</file>

<file path=ppt/slides/_rels/slide4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4.png"/></Relationships>
</file>

<file path=ppt/slides/_rels/slide4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5.png"/></Relationships>
</file>

<file path=ppt/slides/_rels/slide4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6.png"/></Relationships>
</file>

<file path=ppt/slides/_rels/slide4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7.png"/></Relationships>
</file>

<file path=ppt/slides/_rels/slide4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8.png"/></Relationships>
</file>

<file path=ppt/slides/_rels/slide4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9.png"/></Relationships>
</file>

<file path=ppt/slides/_rels/slide4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0.png"/></Relationships>
</file>

<file path=ppt/slides/_rels/slide4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1.png"/></Relationships>
</file>

<file path=ppt/slides/_rels/slide4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2.png"/></Relationships>
</file>

<file path=ppt/slides/_rels/slide4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3.png"/></Relationships>
</file>

<file path=ppt/slides/_rels/slide4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4.png"/></Relationships>
</file>

<file path=ppt/slides/_rels/slide4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5.png"/></Relationships>
</file>

<file path=ppt/slides/_rels/slide4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6.png"/></Relationships>
</file>

<file path=ppt/slides/_rels/slide4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7.png"/></Relationships>
</file>

<file path=ppt/slides/_rels/slide4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8.png"/></Relationships>
</file>

<file path=ppt/slides/_rels/slide4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9.png"/></Relationships>
</file>

<file path=ppt/slides/_rels/slide4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0.png"/></Relationships>
</file>

<file path=ppt/slides/_rels/slide4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1.png"/></Relationships>
</file>

<file path=ppt/slides/_rels/slide4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2.png"/></Relationships>
</file>

<file path=ppt/slides/_rels/slide4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3.png"/></Relationships>
</file>

<file path=ppt/slides/_rels/slide4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4.png"/></Relationships>
</file>

<file path=ppt/slides/_rels/slide4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5.png"/></Relationships>
</file>

<file path=ppt/slides/_rels/slide4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6.png"/></Relationships>
</file>

<file path=ppt/slides/_rels/slide4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7.png"/></Relationships>
</file>

<file path=ppt/slides/_rels/slide4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8.png"/></Relationships>
</file>

<file path=ppt/slides/_rels/slide4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9.png"/></Relationships>
</file>

<file path=ppt/slides/_rels/slide4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0.png"/></Relationships>
</file>

<file path=ppt/slides/_rels/slide4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1.png"/></Relationships>
</file>

<file path=ppt/slides/_rels/slide4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2.png"/></Relationships>
</file>

<file path=ppt/slides/_rels/slide4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3.png"/></Relationships>
</file>

<file path=ppt/slides/_rels/slide4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4.png"/></Relationships>
</file>

<file path=ppt/slides/_rels/slide4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5.png"/></Relationships>
</file>

<file path=ppt/slides/_rels/slide4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6.png"/></Relationships>
</file>

<file path=ppt/slides/_rels/slide4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7.png"/></Relationships>
</file>

<file path=ppt/slides/_rels/slide4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8.png"/></Relationships>
</file>

<file path=ppt/slides/_rels/slide5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9.png"/></Relationships>
</file>

<file path=ppt/slides/_rels/slide5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0.png"/></Relationships>
</file>

<file path=ppt/slides/_rels/slide5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1.png"/></Relationships>
</file>

<file path=ppt/slides/_rels/slide5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2.png"/></Relationships>
</file>

<file path=ppt/slides/_rels/slide5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3.png"/></Relationships>
</file>

<file path=ppt/slides/_rels/slide5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4.png"/></Relationships>
</file>

<file path=ppt/slides/_rels/slide5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5.png"/></Relationships>
</file>

<file path=ppt/slides/_rels/slide5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6.png"/></Relationships>
</file>

<file path=ppt/slides/_rels/slide5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7.png"/></Relationships>
</file>

<file path=ppt/slides/_rels/slide5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8.png"/></Relationships>
</file>

<file path=ppt/slides/_rels/slide5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9.png"/></Relationships>
</file>

<file path=ppt/slides/_rels/slide5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0.png"/></Relationships>
</file>

<file path=ppt/slides/_rels/slide5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1.png"/></Relationships>
</file>

<file path=ppt/slides/_rels/slide5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2.png"/></Relationships>
</file>

<file path=ppt/slides/_rels/slide5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3.png"/></Relationships>
</file>

<file path=ppt/slides/_rels/slide5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4.png"/></Relationships>
</file>

<file path=ppt/slides/_rels/slide5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5.png"/></Relationships>
</file>

<file path=ppt/slides/_rels/slide5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6.png"/></Relationships>
</file>

<file path=ppt/slides/_rels/slide5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7.png"/></Relationships>
</file>

<file path=ppt/slides/_rels/slide5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8.png"/></Relationships>
</file>

<file path=ppt/slides/_rels/slide5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9.png"/></Relationships>
</file>

<file path=ppt/slides/_rels/slide5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0.png"/></Relationships>
</file>

<file path=ppt/slides/_rels/slide5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1.png"/></Relationships>
</file>

<file path=ppt/slides/_rels/slide5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2.png"/></Relationships>
</file>

<file path=ppt/slides/_rels/slide5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3.png"/></Relationships>
</file>

<file path=ppt/slides/_rels/slide5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4.png"/></Relationships>
</file>

<file path=ppt/slides/_rels/slide5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5.png"/></Relationships>
</file>

<file path=ppt/slides/_rels/slide5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6.png"/></Relationships>
</file>

<file path=ppt/slides/_rels/slide5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7.png"/></Relationships>
</file>

<file path=ppt/slides/_rels/slide5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8.png"/></Relationships>
</file>

<file path=ppt/slides/_rels/slide5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9.png"/></Relationships>
</file>

<file path=ppt/slides/_rels/slide5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0.png"/></Relationships>
</file>

<file path=ppt/slides/_rels/slide5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1.png"/></Relationships>
</file>

<file path=ppt/slides/_rels/slide5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2.png"/></Relationships>
</file>

<file path=ppt/slides/_rels/slide5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3.png"/></Relationships>
</file>

<file path=ppt/slides/_rels/slide5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4.png"/></Relationships>
</file>

<file path=ppt/slides/_rels/slide5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5.png"/></Relationships>
</file>

<file path=ppt/slides/_rels/slide5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6.png"/></Relationships>
</file>

<file path=ppt/slides/_rels/slide5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7.png"/></Relationships>
</file>

<file path=ppt/slides/_rels/slide5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8.png"/></Relationships>
</file>

<file path=ppt/slides/_rels/slide5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9.png"/></Relationships>
</file>

<file path=ppt/slides/_rels/slide5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0.png"/></Relationships>
</file>

<file path=ppt/slides/_rels/slide5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1.png"/></Relationships>
</file>

<file path=ppt/slides/_rels/slide5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2.png"/></Relationships>
</file>

<file path=ppt/slides/_rels/slide5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3.png"/></Relationships>
</file>

<file path=ppt/slides/_rels/slide5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4.png"/></Relationships>
</file>

<file path=ppt/slides/_rels/slide5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5.png"/></Relationships>
</file>

<file path=ppt/slides/_rels/slide5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6.png"/></Relationships>
</file>

<file path=ppt/slides/_rels/slide5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7.png"/></Relationships>
</file>

<file path=ppt/slides/_rels/slide5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8.png"/></Relationships>
</file>

<file path=ppt/slides/_rels/slide5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9.png"/></Relationships>
</file>

<file path=ppt/slides/_rels/slide5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0.png"/></Relationships>
</file>

<file path=ppt/slides/_rels/slide5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1.png"/></Relationships>
</file>

<file path=ppt/slides/_rels/slide5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2.png"/></Relationships>
</file>

<file path=ppt/slides/_rels/slide5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3.png"/></Relationships>
</file>

<file path=ppt/slides/_rels/slide5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4.png"/></Relationships>
</file>

<file path=ppt/slides/_rels/slide5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5.png"/></Relationships>
</file>

<file path=ppt/slides/_rels/slide5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6.png"/></Relationships>
</file>

<file path=ppt/slides/_rels/slide5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7.png"/></Relationships>
</file>

<file path=ppt/slides/_rels/slide5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8.png"/></Relationships>
</file>

<file path=ppt/slides/_rels/slide5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9.png"/></Relationships>
</file>

<file path=ppt/slides/_rels/slide5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0.png"/></Relationships>
</file>

<file path=ppt/slides/_rels/slide5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1.png"/></Relationships>
</file>

<file path=ppt/slides/_rels/slide5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2.png"/></Relationships>
</file>

<file path=ppt/slides/_rels/slide5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3.png"/></Relationships>
</file>

<file path=ppt/slides/_rels/slide5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4.png"/></Relationships>
</file>

<file path=ppt/slides/_rels/slide5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5.png"/></Relationships>
</file>

<file path=ppt/slides/_rels/slide5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6.png"/></Relationships>
</file>

<file path=ppt/slides/_rels/slide5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7.png"/></Relationships>
</file>

<file path=ppt/slides/_rels/slide5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8.png"/></Relationships>
</file>

<file path=ppt/slides/_rels/slide5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9.png"/></Relationships>
</file>

<file path=ppt/slides/_rels/slide5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0.png"/></Relationships>
</file>

<file path=ppt/slides/_rels/slide5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1.png"/></Relationships>
</file>

<file path=ppt/slides/_rels/slide5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2.png"/></Relationships>
</file>

<file path=ppt/slides/_rels/slide5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3.png"/></Relationships>
</file>

<file path=ppt/slides/_rels/slide5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4.png"/></Relationships>
</file>

<file path=ppt/slides/_rels/slide5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5.png"/></Relationships>
</file>

<file path=ppt/slides/_rels/slide5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6.png"/></Relationships>
</file>

<file path=ppt/slides/_rels/slide5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7.png"/></Relationships>
</file>

<file path=ppt/slides/_rels/slide5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8.png"/></Relationships>
</file>

<file path=ppt/slides/_rels/slide5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9.png"/></Relationships>
</file>

<file path=ppt/slides/_rels/slide5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40.png"/></Relationships>
</file>

<file path=ppt/slides/_rels/slide5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41.png"/></Relationships>
</file>

<file path=ppt/slides/_rels/slide5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42.png"/></Relationships>
</file>

<file path=ppt/slides/_rels/slide5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43.png"/></Relationships>
</file>

<file path=ppt/slides/_rels/slide5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44.png"/></Relationships>
</file>

<file path=ppt/slides/_rels/slide5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45.png"/></Relationships>
</file>

<file path=ppt/slides/_rels/slide5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46.png"/></Relationships>
</file>

<file path=ppt/slides/_rels/slide5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47.png"/></Relationships>
</file>

<file path=ppt/slides/_rels/slide5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48.png"/></Relationships>
</file>

<file path=ppt/slides/_rels/slide5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49.png"/></Relationships>
</file>

<file path=ppt/slides/_rels/slide5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0.png"/></Relationships>
</file>

<file path=ppt/slides/_rels/slide5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1.png"/></Relationships>
</file>

<file path=ppt/slides/_rels/slide5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2.png"/></Relationships>
</file>

<file path=ppt/slides/_rels/slide5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3.png"/></Relationships>
</file>

<file path=ppt/slides/_rels/slide5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4.png"/></Relationships>
</file>

<file path=ppt/slides/_rels/slide6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5.png"/></Relationships>
</file>

<file path=ppt/slides/_rels/slide6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6.png"/></Relationships>
</file>

<file path=ppt/slides/_rels/slide6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7.png"/></Relationships>
</file>

<file path=ppt/slides/_rels/slide6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8.png"/></Relationships>
</file>

<file path=ppt/slides/_rels/slide6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9.png"/></Relationships>
</file>

<file path=ppt/slides/_rels/slide6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60.png"/></Relationships>
</file>

<file path=ppt/slides/_rels/slide6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61.png"/></Relationships>
</file>

<file path=ppt/slides/_rels/slide6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62.png"/></Relationships>
</file>

<file path=ppt/slides/_rels/slide6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63.png"/></Relationships>
</file>

<file path=ppt/slides/_rels/slide6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64.png"/></Relationships>
</file>

<file path=ppt/slides/_rels/slide6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65.png"/></Relationships>
</file>

<file path=ppt/slides/_rels/slide6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66.png"/></Relationships>
</file>

<file path=ppt/slides/_rels/slide6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67.png"/></Relationships>
</file>

<file path=ppt/slides/_rels/slide6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68.png"/></Relationships>
</file>

<file path=ppt/slides/_rels/slide6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69.png"/></Relationships>
</file>

<file path=ppt/slides/_rels/slide6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70.png"/></Relationships>
</file>

<file path=ppt/slides/_rels/slide6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71.png"/></Relationships>
</file>

<file path=ppt/slides/_rels/slide6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72.png"/></Relationships>
</file>

<file path=ppt/slides/_rels/slide6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73.png"/></Relationships>
</file>

<file path=ppt/slides/_rels/slide6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74.png"/></Relationships>
</file>

<file path=ppt/slides/_rels/slide6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75.png"/></Relationships>
</file>

<file path=ppt/slides/_rels/slide6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76.png"/></Relationships>
</file>

<file path=ppt/slides/_rels/slide6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77.png"/></Relationships>
</file>

<file path=ppt/slides/_rels/slide6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78.png"/></Relationships>
</file>

<file path=ppt/slides/_rels/slide6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79.png"/></Relationships>
</file>

<file path=ppt/slides/_rels/slide6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80.png"/></Relationships>
</file>

<file path=ppt/slides/_rels/slide6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81.png"/></Relationships>
</file>

<file path=ppt/slides/_rels/slide6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82.png"/></Relationships>
</file>

<file path=ppt/slides/_rels/slide6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83.png"/></Relationships>
</file>

<file path=ppt/slides/_rels/slide6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84.png"/></Relationships>
</file>

<file path=ppt/slides/_rels/slide6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85.png"/></Relationships>
</file>

<file path=ppt/slides/_rels/slide6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86.png"/></Relationships>
</file>

<file path=ppt/slides/_rels/slide6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87.png"/></Relationships>
</file>

<file path=ppt/slides/_rels/slide6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88.png"/></Relationships>
</file>

<file path=ppt/slides/_rels/slide6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89.png"/></Relationships>
</file>

<file path=ppt/slides/_rels/slide6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90.png"/></Relationships>
</file>

<file path=ppt/slides/_rels/slide6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91.png"/></Relationships>
</file>

<file path=ppt/slides/_rels/slide6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92.png"/></Relationships>
</file>

<file path=ppt/slides/_rels/slide6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93.png"/></Relationships>
</file>

<file path=ppt/slides/_rels/slide6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94.png"/></Relationships>
</file>

<file path=ppt/slides/_rels/slide6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95.png"/></Relationships>
</file>

<file path=ppt/slides/_rels/slide6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96.png"/></Relationships>
</file>

<file path=ppt/slides/_rels/slide6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97.png"/></Relationships>
</file>

<file path=ppt/slides/_rels/slide6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98.png"/></Relationships>
</file>

<file path=ppt/slides/_rels/slide6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99.png"/></Relationships>
</file>

<file path=ppt/slides/_rels/slide6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00.png"/></Relationships>
</file>

<file path=ppt/slides/_rels/slide6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0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 i="0">
                <a:solidFill>
                  <a:srgbClr val="2B2018"/>
                </a:solidFill>
              </a:defRPr>
            </a:pPr>
            <a:r>
              <a:t>Datahub de Análise Racial no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38328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5C4F3F"/>
                </a:solidFill>
              </a:defRPr>
            </a:pPr>
            <a:r>
              <a:t>Renda por raça — árvore cruzada (Raça × Gênero × Faixa/Geração × Escolaridade)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8F8271"/>
                </a:solidFill>
              </a:defRPr>
            </a:pPr>
            <a:r>
              <a:t>PNAD Contínua Trimestral (2012–2026) · cada gráfico aparece em um único slide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0D9086"/>
                </a:solidFill>
              </a:defRPr>
            </a:pPr>
            <a:r>
              <a:t>Índice — árvore de renda por raça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55778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2B2018"/>
                </a:solidFill>
              </a:defRPr>
            </a:pPr>
            <a:r>
              <a:t>1. Raça  —  4 slides</a:t>
            </a:r>
          </a:p>
          <a:p>
            <a:pPr algn="l">
              <a:defRPr sz="1300" b="0" i="0">
                <a:solidFill>
                  <a:srgbClr val="2B2018"/>
                </a:solidFill>
              </a:defRPr>
            </a:pPr>
            <a:r>
              <a:t>2. Raça × Gênero  —  11 slides</a:t>
            </a:r>
          </a:p>
          <a:p>
            <a:pPr algn="l">
              <a:defRPr sz="1300" b="0" i="0">
                <a:solidFill>
                  <a:srgbClr val="2B2018"/>
                </a:solidFill>
              </a:defRPr>
            </a:pPr>
            <a:r>
              <a:t>3. Raça × Faixa Etária  —  22 slides</a:t>
            </a:r>
          </a:p>
          <a:p>
            <a:pPr algn="l">
              <a:defRPr sz="1300" b="0" i="0">
                <a:solidFill>
                  <a:srgbClr val="2B2018"/>
                </a:solidFill>
              </a:defRPr>
            </a:pPr>
            <a:r>
              <a:t>4. Raça × Geração  —  19 slides</a:t>
            </a:r>
          </a:p>
          <a:p>
            <a:pPr algn="l">
              <a:defRPr sz="1300" b="0" i="0">
                <a:solidFill>
                  <a:srgbClr val="2B2018"/>
                </a:solidFill>
              </a:defRPr>
            </a:pPr>
            <a:r>
              <a:t>5. Raça × Escolaridade  —  28 slides</a:t>
            </a:r>
          </a:p>
          <a:p>
            <a:pPr algn="l">
              <a:defRPr sz="1300" b="0" i="0">
                <a:solidFill>
                  <a:srgbClr val="2B2018"/>
                </a:solidFill>
              </a:defRPr>
            </a:pPr>
            <a:r>
              <a:t>6. Raça × Gênero × Faixa Etária  —  44 slides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188720"/>
            <a:ext cx="55778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2B2018"/>
                </a:solidFill>
              </a:defRPr>
            </a:pPr>
            <a:r>
              <a:t>7. Raça × Gênero × Geração  —  38 slides</a:t>
            </a:r>
          </a:p>
          <a:p>
            <a:pPr algn="l">
              <a:defRPr sz="1300" b="0" i="0">
                <a:solidFill>
                  <a:srgbClr val="2B2018"/>
                </a:solidFill>
              </a:defRPr>
            </a:pPr>
            <a:r>
              <a:t>8. Raça × Gênero × Escolaridade  —  56 slides</a:t>
            </a:r>
          </a:p>
          <a:p>
            <a:pPr algn="l">
              <a:defRPr sz="1300" b="0" i="0">
                <a:solidFill>
                  <a:srgbClr val="2B2018"/>
                </a:solidFill>
              </a:defRPr>
            </a:pPr>
            <a:r>
              <a:t>9. Raça × Gênero × Faixa Etária × Escolaridade  —  144 slides</a:t>
            </a:r>
          </a:p>
          <a:p>
            <a:pPr algn="l">
              <a:defRPr sz="1300" b="0" i="0">
                <a:solidFill>
                  <a:srgbClr val="2B2018"/>
                </a:solidFill>
              </a:defRPr>
            </a:pPr>
            <a:r>
              <a:t>10. Raça × Gênero × Geração × Escolaridade  —  116 slides</a:t>
            </a:r>
          </a:p>
          <a:p>
            <a:pPr algn="l">
              <a:defRPr sz="1300" b="0" i="0">
                <a:solidFill>
                  <a:srgbClr val="2B2018"/>
                </a:solidFill>
              </a:defRPr>
            </a:pPr>
            <a:r>
              <a:t>11. Raça × Geração × Escolaridade (ambos os gêneros)  —  58 slides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D9086"/>
                </a:solidFill>
              </a:defRPr>
            </a:pPr>
            <a:r>
              <a:t>1. Raça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84048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5C4F3F"/>
                </a:solidFill>
              </a:defRPr>
            </a:pPr>
            <a:r>
              <a:t>1 de renda · 3 de hiato · Renda por raça (Branca / Negra=Preta+Parda / Indígena): série 2012–2026. Hiato: série separada por comparação (vs. Negra / vs. Indígena); o snapshot é 1 gráfico com as 2 barras. Série de Indígena suavizada (amostra pequena).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raca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</a:t>
            </a:r>
          </a:p>
        </p:txBody>
      </p:sp>
      <p:pic>
        <p:nvPicPr>
          <p:cNvPr id="4" name="Picture 3" descr="arv_raca_hiato_serie_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de renda Branca vs. Negra — Raça (Brasil)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Branca vs. Indígena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série de Indígena suavizada (média móvel 4 trim., amostra pequena)</a:t>
            </a:r>
          </a:p>
        </p:txBody>
      </p:sp>
      <p:pic>
        <p:nvPicPr>
          <p:cNvPr id="4" name="Picture 3" descr="arv_raca_hiato_serie_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de renda Branca vs. Indígena — Raça (Brasil)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Branca vs. Negra e vs. Indígena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% de diferença de renda · Welch: *** p&lt;0,001  ** p&lt;0,01  * p&lt;0,05  ·  n.s. = não signif. · 2º tri. 2026</a:t>
            </a:r>
          </a:p>
        </p:txBody>
      </p:sp>
      <p:pic>
        <p:nvPicPr>
          <p:cNvPr id="4" name="Picture 3" descr="arv_raca_hiato_snapsh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2066" y="1536192"/>
            <a:ext cx="6427562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Negra e Branca vs. Indígena — 2º tri. 2026.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D9086"/>
                </a:solidFill>
              </a:defRPr>
            </a:pPr>
            <a:r>
              <a:t>2. Raça × Gênero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84048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5C4F3F"/>
                </a:solidFill>
              </a:defRPr>
            </a:pPr>
            <a:r>
              <a:t>3 de renda · 8 de hiato · Renda: série combinada (Homens tracejado, Mulheres sólido) + Mulheres + Homens. Hiato: série (combinada + por gênero) e snapshot, cada comparação em seu slide.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e gênero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rg_comb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147" y="1536192"/>
            <a:ext cx="10721400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e gênero — série (6 linhas).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0175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5C4F3F"/>
                </a:solidFill>
              </a:defRPr>
            </a:pPr>
            <a:r>
              <a:t>Raça × Gênero — Mulheres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Mulheres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rg_mulheres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Mulheres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0175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5C4F3F"/>
                </a:solidFill>
              </a:defRPr>
            </a:pPr>
            <a:r>
              <a:t>Raça × Gênero — Homens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Homens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rg_homens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Homens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por gênero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</a:t>
            </a:r>
          </a:p>
        </p:txBody>
      </p:sp>
      <p:pic>
        <p:nvPicPr>
          <p:cNvPr id="4" name="Picture 3" descr="arv_rg_hiato_comb_serie_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171" y="1536192"/>
            <a:ext cx="10625352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de renda Branca vs. Negra por sexo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por gênero — Branca vs. Indígena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série de Indígena suavizada (média móvel 4 trim., amostra pequena)</a:t>
            </a:r>
          </a:p>
        </p:txBody>
      </p:sp>
      <p:pic>
        <p:nvPicPr>
          <p:cNvPr id="4" name="Picture 3" descr="arv_rg_hiato_comb_serie_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171" y="1536192"/>
            <a:ext cx="10625352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de renda Branca vs. Indígena por sexo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0175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5C4F3F"/>
                </a:solidFill>
              </a:defRPr>
            </a:pPr>
            <a:r>
              <a:t>Raça × Gênero — Mulheres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Mulheres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</a:t>
            </a:r>
          </a:p>
        </p:txBody>
      </p:sp>
      <p:pic>
        <p:nvPicPr>
          <p:cNvPr id="4" name="Picture 3" descr="arv_rg_hiato_mulheres_serie_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de renda Branca vs. Negra — Mulheres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Mulheres — Branca vs. Indígena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série de Indígena suavizada (média móvel 4 trim., amostra pequena)</a:t>
            </a:r>
          </a:p>
        </p:txBody>
      </p:sp>
      <p:pic>
        <p:nvPicPr>
          <p:cNvPr id="4" name="Picture 3" descr="arv_rg_hiato_mulheres_serie_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de renda Branca vs. Indígena — Mulheres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0175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5C4F3F"/>
                </a:solidFill>
              </a:defRPr>
            </a:pPr>
            <a:r>
              <a:t>Raça × Gênero — Homens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Homens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</a:t>
            </a:r>
          </a:p>
        </p:txBody>
      </p:sp>
      <p:pic>
        <p:nvPicPr>
          <p:cNvPr id="4" name="Picture 3" descr="arv_rg_hiato_homens_serie_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de renda Branca vs. Negra — Homens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Homens — Branca vs. Indígena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série de Indígena suavizada (média móvel 4 trim., amostra pequena)</a:t>
            </a:r>
          </a:p>
        </p:txBody>
      </p:sp>
      <p:pic>
        <p:nvPicPr>
          <p:cNvPr id="4" name="Picture 3" descr="arv_rg_hiato_homens_serie_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966" y="1536192"/>
            <a:ext cx="10701763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de renda Branca vs. Indígena — Homens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por gênero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% de diferença de renda · Welch: *** p&lt;0,001  ** p&lt;0,01  * p&lt;0,05  ·  n.s. = não signif. · 2º tri. 2026</a:t>
            </a:r>
          </a:p>
        </p:txBody>
      </p:sp>
      <p:pic>
        <p:nvPicPr>
          <p:cNvPr id="4" name="Picture 3" descr="arv_rg_hiato_snapshot_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0606" y="1536192"/>
            <a:ext cx="6930482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Negra por sexo — 2º tri. 2026.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por gênero — Branca vs. Indígena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% de diferença de renda · Welch: *** p&lt;0,001  ** p&lt;0,01  * p&lt;0,05  ·  n.s. = não signif. · 2º tri. 2026</a:t>
            </a:r>
          </a:p>
        </p:txBody>
      </p:sp>
      <p:pic>
        <p:nvPicPr>
          <p:cNvPr id="4" name="Picture 3" descr="arv_rg_hiato_snapshot_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0606" y="1536192"/>
            <a:ext cx="6930482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Indígena por sexo — 2º tri. 2026.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D9086"/>
                </a:solidFill>
              </a:defRPr>
            </a:pPr>
            <a:r>
              <a:t>3. Raça × Faixa Etária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84048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5C4F3F"/>
                </a:solidFill>
              </a:defRPr>
            </a:pPr>
            <a:r>
              <a:t>8 de renda · 14 de hiato · Renda: série combinada em 3 slides (um por raça) + uma por faixa. Hiato: série (combinada + por faixa, com a faixa no título) e snapshot, cada comparação em seu slide.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— Branca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faixa_comb_serie_branc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150" y="1536192"/>
            <a:ext cx="10709394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faixa etaria — Branca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—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faixa_comb_serie_neg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150" y="1536192"/>
            <a:ext cx="10709394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faixa etaria — Negra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— Indígena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faixa_comb_serie_indige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150" y="1536192"/>
            <a:ext cx="10709394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faixa etaria — Indígena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14-17 anos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faixa_14_17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14-17 anos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18-24 anos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faixa_18_24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18-24 anos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25-39 anos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faixa_25_39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25-39 anos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40-59 anos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faixa_40_59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966" y="1536192"/>
            <a:ext cx="10701763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40-59 anos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60+ anos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faixa_60mais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60+ anos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por faixa etaria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</a:t>
            </a:r>
          </a:p>
        </p:txBody>
      </p:sp>
      <p:pic>
        <p:nvPicPr>
          <p:cNvPr id="4" name="Picture 3" descr="arv_faixa_hiato_comb_serie_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966" y="1536192"/>
            <a:ext cx="10701763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de renda Branca vs. Negra por faixa etaria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por faixa etaria — Branca vs. Indígena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série de Indígena suavizada (média móvel 4 trim., amostra pequena)</a:t>
            </a:r>
          </a:p>
        </p:txBody>
      </p:sp>
      <p:pic>
        <p:nvPicPr>
          <p:cNvPr id="4" name="Picture 3" descr="arv_faixa_hiato_comb_serie_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de renda Branca vs. Indígena por faixa etaria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14-17 anos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</a:t>
            </a:r>
          </a:p>
        </p:txBody>
      </p:sp>
      <p:pic>
        <p:nvPicPr>
          <p:cNvPr id="4" name="Picture 3" descr="arv_faixa_14_17_hiato_serie_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de renda Branca vs. Negra — 14-17 anos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14-17 anos — Branca vs. Indígena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série de Indígena suavizada (média móvel 4 trim., amostra pequena)</a:t>
            </a:r>
          </a:p>
        </p:txBody>
      </p:sp>
      <p:pic>
        <p:nvPicPr>
          <p:cNvPr id="4" name="Picture 3" descr="arv_faixa_14_17_hiato_serie_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0902" y="1536192"/>
            <a:ext cx="8849890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de renda Branca vs. Indígena — 14-17 anos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18-24 anos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</a:t>
            </a:r>
          </a:p>
        </p:txBody>
      </p:sp>
      <p:pic>
        <p:nvPicPr>
          <p:cNvPr id="4" name="Picture 3" descr="arv_faixa_18_24_hiato_serie_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de renda Branca vs. Negra — 18-24 anos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18-24 anos — Branca vs. Indígena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série de Indígena suavizada (média móvel 4 trim., amostra pequena)</a:t>
            </a:r>
          </a:p>
        </p:txBody>
      </p:sp>
      <p:pic>
        <p:nvPicPr>
          <p:cNvPr id="4" name="Picture 3" descr="arv_faixa_18_24_hiato_serie_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de renda Branca vs. Indígena — 18-24 anos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25-39 anos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</a:t>
            </a:r>
          </a:p>
        </p:txBody>
      </p:sp>
      <p:pic>
        <p:nvPicPr>
          <p:cNvPr id="4" name="Picture 3" descr="arv_faixa_25_39_hiato_serie_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de renda Branca vs. Negra — 25-39 anos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25-39 anos — Branca vs. Indígena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série de Indígena suavizada (média móvel 4 trim., amostra pequena)</a:t>
            </a:r>
          </a:p>
        </p:txBody>
      </p:sp>
      <p:pic>
        <p:nvPicPr>
          <p:cNvPr id="4" name="Picture 3" descr="arv_faixa_25_39_hiato_serie_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de renda Branca vs. Indígena — 25-39 anos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40-59 anos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</a:t>
            </a:r>
          </a:p>
        </p:txBody>
      </p:sp>
      <p:pic>
        <p:nvPicPr>
          <p:cNvPr id="4" name="Picture 3" descr="arv_faixa_40_59_hiato_serie_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de renda Branca vs. Negra — 40-59 anos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40-59 anos — Branca vs. Indígena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série de Indígena suavizada (média móvel 4 trim., amostra pequena)</a:t>
            </a:r>
          </a:p>
        </p:txBody>
      </p:sp>
      <p:pic>
        <p:nvPicPr>
          <p:cNvPr id="4" name="Picture 3" descr="arv_faixa_40_59_hiato_serie_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de renda Branca vs. Indígena — 40-59 anos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60+ anos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</a:t>
            </a:r>
          </a:p>
        </p:txBody>
      </p:sp>
      <p:pic>
        <p:nvPicPr>
          <p:cNvPr id="4" name="Picture 3" descr="arv_faixa_60mais_hiato_serie_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de renda Branca vs. Negra — 60+ anos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60+ anos — Branca vs. Indígena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série de Indígena suavizada (média móvel 4 trim., amostra pequena)</a:t>
            </a:r>
          </a:p>
        </p:txBody>
      </p:sp>
      <p:pic>
        <p:nvPicPr>
          <p:cNvPr id="4" name="Picture 3" descr="arv_faixa_60mais_hiato_serie_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de renda Branca vs. Indígena — 60+ anos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por faixa etaria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% de diferença de renda · Welch: *** p&lt;0,001  ** p&lt;0,01  * p&lt;0,05  ·  n.s. = não signif. · 2º tri. 2026</a:t>
            </a:r>
          </a:p>
        </p:txBody>
      </p:sp>
      <p:pic>
        <p:nvPicPr>
          <p:cNvPr id="4" name="Picture 3" descr="arv_faixa_hiato_snapshot_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2616" y="1536192"/>
            <a:ext cx="8966462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Negra por faixa etaria — 2º tri. 2026.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por faixa etaria — Branca vs. Indígena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% de diferença de renda · Welch: *** p&lt;0,001  ** p&lt;0,01  * p&lt;0,05  ·  n.s. = não signif. · 2º tri. 2026</a:t>
            </a:r>
          </a:p>
        </p:txBody>
      </p:sp>
      <p:pic>
        <p:nvPicPr>
          <p:cNvPr id="4" name="Picture 3" descr="arv_faixa_hiato_snapshot_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2616" y="1536192"/>
            <a:ext cx="8966462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Indígena por faixa etaria — 2º tri. 2026.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D9086"/>
                </a:solidFill>
              </a:defRPr>
            </a:pPr>
            <a:r>
              <a:t>4. Raça × Geração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84048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5C4F3F"/>
                </a:solidFill>
              </a:defRPr>
            </a:pPr>
            <a:r>
              <a:t>7 de renda · 12 de hiato · Idem por geração (mesma coorte de nascimento).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— Branca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eracao_comb_serie_branc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geracao — Branca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—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eracao_comb_serie_neg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geracao — Negra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— Indígena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eracao_comb_serie_indige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geracao — Indígena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Baby Boomer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eracao_baby_boomer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Baby Boomer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Geração X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eracao_geracao_x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Geração X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Millennial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eracao_millennial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Millennial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Geração Z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eracao_geracao_z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966" y="1536192"/>
            <a:ext cx="10701763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Geração Z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por geracao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</a:t>
            </a:r>
          </a:p>
        </p:txBody>
      </p:sp>
      <p:pic>
        <p:nvPicPr>
          <p:cNvPr id="4" name="Picture 3" descr="arv_geracao_hiato_comb_serie_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de renda Branca vs. Negra por geracao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por geracao — Branca vs. Indígena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série de Indígena suavizada (média móvel 4 trim., amostra pequena)</a:t>
            </a:r>
          </a:p>
        </p:txBody>
      </p:sp>
      <p:pic>
        <p:nvPicPr>
          <p:cNvPr id="4" name="Picture 3" descr="arv_geracao_hiato_comb_serie_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de renda Branca vs. Indígena por geracao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Baby Boomer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</a:t>
            </a:r>
          </a:p>
        </p:txBody>
      </p:sp>
      <p:pic>
        <p:nvPicPr>
          <p:cNvPr id="4" name="Picture 3" descr="arv_geracao_baby_boomer_hiato_serie_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de renda Branca vs. Negra — Baby Boomer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Baby Boomer — Branca vs. Indígena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série de Indígena suavizada (média móvel 4 trim., amostra pequena)</a:t>
            </a:r>
          </a:p>
        </p:txBody>
      </p:sp>
      <p:pic>
        <p:nvPicPr>
          <p:cNvPr id="4" name="Picture 3" descr="arv_geracao_baby_boomer_hiato_serie_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de renda Branca vs. Indígena — Baby Boomer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Geração X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</a:t>
            </a:r>
          </a:p>
        </p:txBody>
      </p:sp>
      <p:pic>
        <p:nvPicPr>
          <p:cNvPr id="4" name="Picture 3" descr="arv_geracao_geracao_x_hiato_serie_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de renda Branca vs. Negra — Geração X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Geração X — Branca vs. Indígena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série de Indígena suavizada (média móvel 4 trim., amostra pequena)</a:t>
            </a:r>
          </a:p>
        </p:txBody>
      </p:sp>
      <p:pic>
        <p:nvPicPr>
          <p:cNvPr id="4" name="Picture 3" descr="arv_geracao_geracao_x_hiato_serie_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966" y="1536192"/>
            <a:ext cx="10701763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de renda Branca vs. Indígena — Geração X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Millennial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</a:t>
            </a:r>
          </a:p>
        </p:txBody>
      </p:sp>
      <p:pic>
        <p:nvPicPr>
          <p:cNvPr id="4" name="Picture 3" descr="arv_geracao_millennial_hiato_serie_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de renda Branca vs. Negra — Millennial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Millennial — Branca vs. Indígena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série de Indígena suavizada (média móvel 4 trim., amostra pequena)</a:t>
            </a:r>
          </a:p>
        </p:txBody>
      </p:sp>
      <p:pic>
        <p:nvPicPr>
          <p:cNvPr id="4" name="Picture 3" descr="arv_geracao_millennial_hiato_serie_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de renda Branca vs. Indígena — Millennial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Geração Z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</a:t>
            </a:r>
          </a:p>
        </p:txBody>
      </p:sp>
      <p:pic>
        <p:nvPicPr>
          <p:cNvPr id="4" name="Picture 3" descr="arv_geracao_geracao_z_hiato_serie_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de renda Branca vs. Negra — Geração Z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Geração Z — Branca vs. Indígena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série de Indígena suavizada (média móvel 4 trim., amostra pequena)</a:t>
            </a:r>
          </a:p>
        </p:txBody>
      </p:sp>
      <p:pic>
        <p:nvPicPr>
          <p:cNvPr id="4" name="Picture 3" descr="arv_geracao_geracao_z_hiato_serie_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de renda Branca vs. Indígena — Geração Z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por geracao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% de diferença de renda · Welch: *** p&lt;0,001  ** p&lt;0,01  * p&lt;0,05  ·  n.s. = não signif. · 2º tri. 2026</a:t>
            </a:r>
          </a:p>
        </p:txBody>
      </p:sp>
      <p:pic>
        <p:nvPicPr>
          <p:cNvPr id="4" name="Picture 3" descr="arv_geracao_hiato_snapshot_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1015" y="1536192"/>
            <a:ext cx="7629664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Negra por geracao — 2º tri. 2026.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por geracao — Branca vs. Indígena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% de diferença de renda · Welch: *** p&lt;0,001  ** p&lt;0,01  * p&lt;0,05  ·  n.s. = não signif. · 2º tri. 2026</a:t>
            </a:r>
          </a:p>
        </p:txBody>
      </p:sp>
      <p:pic>
        <p:nvPicPr>
          <p:cNvPr id="4" name="Picture 3" descr="arv_geracao_hiato_snapshot_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1015" y="1536192"/>
            <a:ext cx="7629664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Indígena por geracao — 2º tri. 2026.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D9086"/>
                </a:solidFill>
              </a:defRPr>
            </a:pPr>
            <a:r>
              <a:t>5. Raça × Escolaridade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84048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5C4F3F"/>
                </a:solidFill>
              </a:defRPr>
            </a:pPr>
            <a:r>
              <a:t>10 de renda · 18 de hiato · Idem por nível de instrução (7 níveis).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— Branca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escol_comb_serie_branc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144" y="1536192"/>
            <a:ext cx="1073340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nivel instrucao — Branca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—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escol_comb_serie_neg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144" y="1536192"/>
            <a:ext cx="1073340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nivel instrucao — Negra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— Indígena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escol_comb_serie_indige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144" y="1536192"/>
            <a:ext cx="1073340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nivel instrucao — Indígena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Sem instrução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escol_sem_instrucao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Sem instrução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Fundamental incompl.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escol_fundamental_incompl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Fundamental incompl.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Fundamental compl.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escol_fundamental_compl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966" y="1536192"/>
            <a:ext cx="10701763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Fundamental compl.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Médio incompl.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escol_medio_incompl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Médio incompl.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Médio compl.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escol_medio_compl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Médio compl.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Superior incompl.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escol_superior_incompl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Superior incompl.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Superior compl.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escol_superior_compl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Superior compl.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por nivel instrucao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</a:t>
            </a:r>
          </a:p>
        </p:txBody>
      </p:sp>
      <p:pic>
        <p:nvPicPr>
          <p:cNvPr id="4" name="Picture 3" descr="arv_escol_hiato_comb_serie_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156" y="1536192"/>
            <a:ext cx="10685382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de renda Branca vs. Negra por nivel instrucao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por nivel instrucao — Branca vs. Indígena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série de Indígena suavizada (média móvel 4 trim., amostra pequena)</a:t>
            </a:r>
          </a:p>
        </p:txBody>
      </p:sp>
      <p:pic>
        <p:nvPicPr>
          <p:cNvPr id="4" name="Picture 3" descr="arv_escol_hiato_comb_serie_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153" y="1536192"/>
            <a:ext cx="1069738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de renda Branca vs. Indígena por nivel instrucao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Sem instrução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</a:t>
            </a:r>
          </a:p>
        </p:txBody>
      </p:sp>
      <p:pic>
        <p:nvPicPr>
          <p:cNvPr id="4" name="Picture 3" descr="arv_escol_sem_instrucao_hiato_serie_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de renda Branca vs. Negra — Sem instrução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Sem instrução — Branca vs. Indígena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série de Indígena suavizada (média móvel 4 trim., amostra pequena)</a:t>
            </a:r>
          </a:p>
        </p:txBody>
      </p:sp>
      <p:pic>
        <p:nvPicPr>
          <p:cNvPr id="4" name="Picture 3" descr="arv_escol_sem_instrucao_hiato_serie_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de renda Branca vs. Indígena — Sem instrução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Fundamental incompl.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</a:t>
            </a:r>
          </a:p>
        </p:txBody>
      </p:sp>
      <p:pic>
        <p:nvPicPr>
          <p:cNvPr id="4" name="Picture 3" descr="arv_escol_fundamental_incompl_hiato_serie_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de renda Branca vs. Negra — Fundamental incompl.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Fundamental incompl. — Branca vs. Indígena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série de Indígena suavizada (média móvel 4 trim., amostra pequena)</a:t>
            </a:r>
          </a:p>
        </p:txBody>
      </p:sp>
      <p:pic>
        <p:nvPicPr>
          <p:cNvPr id="4" name="Picture 3" descr="arv_escol_fundamental_incompl_hiato_serie_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de renda Branca vs. Indígena — Fundamental incompl.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Fundamental compl.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</a:t>
            </a:r>
          </a:p>
        </p:txBody>
      </p:sp>
      <p:pic>
        <p:nvPicPr>
          <p:cNvPr id="4" name="Picture 3" descr="arv_escol_fundamental_compl_hiato_serie_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de renda Branca vs. Negra — Fundamental compl.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Fundamental compl. — Branca vs. Indígena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série de Indígena suavizada (média móvel 4 trim., amostra pequena)</a:t>
            </a:r>
          </a:p>
        </p:txBody>
      </p:sp>
      <p:pic>
        <p:nvPicPr>
          <p:cNvPr id="4" name="Picture 3" descr="arv_escol_fundamental_compl_hiato_serie_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de renda Branca vs. Indígena — Fundamental compl.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Médio incompl.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</a:t>
            </a:r>
          </a:p>
        </p:txBody>
      </p:sp>
      <p:pic>
        <p:nvPicPr>
          <p:cNvPr id="4" name="Picture 3" descr="arv_escol_medio_incompl_hiato_serie_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023" y="1536192"/>
            <a:ext cx="10665649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de renda Branca vs. Negra — Médio incompl.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Médio incompl. — Branca vs. Indígena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série de Indígena suavizada (média móvel 4 trim., amostra pequena)</a:t>
            </a:r>
          </a:p>
        </p:txBody>
      </p:sp>
      <p:pic>
        <p:nvPicPr>
          <p:cNvPr id="4" name="Picture 3" descr="arv_escol_medio_incompl_hiato_serie_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de renda Branca vs. Indígena — Médio incompl.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Médio compl.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</a:t>
            </a:r>
          </a:p>
        </p:txBody>
      </p:sp>
      <p:pic>
        <p:nvPicPr>
          <p:cNvPr id="4" name="Picture 3" descr="arv_escol_medio_compl_hiato_serie_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de renda Branca vs. Negra — Médio compl.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Médio compl. — Branca vs. Indígena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série de Indígena suavizada (média móvel 4 trim., amostra pequena)</a:t>
            </a:r>
          </a:p>
        </p:txBody>
      </p:sp>
      <p:pic>
        <p:nvPicPr>
          <p:cNvPr id="4" name="Picture 3" descr="arv_escol_medio_compl_hiato_serie_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de renda Branca vs. Indígena — Médio compl.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Superior incompl.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</a:t>
            </a:r>
          </a:p>
        </p:txBody>
      </p:sp>
      <p:pic>
        <p:nvPicPr>
          <p:cNvPr id="4" name="Picture 3" descr="arv_escol_superior_incompl_hiato_serie_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de renda Branca vs. Negra — Superior incompl.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Superior incompl. — Branca vs. Indígena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série de Indígena suavizada (média móvel 4 trim., amostra pequena)</a:t>
            </a:r>
          </a:p>
        </p:txBody>
      </p:sp>
      <p:pic>
        <p:nvPicPr>
          <p:cNvPr id="4" name="Picture 3" descr="arv_escol_superior_incompl_hiato_serie_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162" y="1536192"/>
            <a:ext cx="10661370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de renda Branca vs. Indígena — Superior incompl.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Superior compl.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</a:t>
            </a:r>
          </a:p>
        </p:txBody>
      </p:sp>
      <p:pic>
        <p:nvPicPr>
          <p:cNvPr id="4" name="Picture 3" descr="arv_escol_superior_compl_hiato_serie_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de renda Branca vs. Negra — Superior compl.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Superior compl. — Branca vs. Indígena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série de Indígena suavizada (média móvel 4 trim., amostra pequena)</a:t>
            </a:r>
          </a:p>
        </p:txBody>
      </p:sp>
      <p:pic>
        <p:nvPicPr>
          <p:cNvPr id="4" name="Picture 3" descr="arv_escol_superior_compl_hiato_serie_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de renda Branca vs. Indígena — Superior compl.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por nivel instrucao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% de diferença de renda · Welch: *** p&lt;0,001  ** p&lt;0,01  * p&lt;0,05  ·  n.s. = não signif. · 2º tri. 2026</a:t>
            </a:r>
          </a:p>
        </p:txBody>
      </p:sp>
      <p:pic>
        <p:nvPicPr>
          <p:cNvPr id="4" name="Picture 3" descr="arv_escol_hiato_snapshot_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7" y="1536192"/>
            <a:ext cx="10972800" cy="428661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Negra por nivel instrucao — 2º tri. 2026.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por nivel instrucao — Branca vs. Indígena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% de diferença de renda · Welch: *** p&lt;0,001  ** p&lt;0,01  * p&lt;0,05  ·  n.s. = não signif. · 2º tri. 2026</a:t>
            </a:r>
          </a:p>
        </p:txBody>
      </p:sp>
      <p:pic>
        <p:nvPicPr>
          <p:cNvPr id="4" name="Picture 3" descr="arv_escol_hiato_snapshot_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7" y="1536192"/>
            <a:ext cx="10972800" cy="428661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Indígena por nivel instrucao — 2º tri. 2026.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D9086"/>
                </a:solidFill>
              </a:defRPr>
            </a:pPr>
            <a:r>
              <a:t>6. Raça × Gênero × Faixa Etária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84048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5C4F3F"/>
                </a:solidFill>
              </a:defRPr>
            </a:pPr>
            <a:r>
              <a:t>16 de renda · 28 de hiato · Quebra CRUZADA gênero×faixa. Por gênero: renda (série combinada + uma por faixa) + hiato por comparação (série combinada, série por faixa, snapshot).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0175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5C4F3F"/>
                </a:solidFill>
              </a:defRPr>
            </a:pPr>
            <a:r>
              <a:t>Raça × Gênero × Faixa Etária — Mulheres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— Mulheres — Branca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fx_mulheres_comb_serie_branc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150" y="1536192"/>
            <a:ext cx="10709394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faixa etaria — Branca — Mulheres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— Mulheres —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fx_mulheres_comb_serie_neg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150" y="1536192"/>
            <a:ext cx="10709394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faixa etaria — Negra — Mulheres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— Mulheres — Indígena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fx_mulheres_comb_serie_indige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150" y="1536192"/>
            <a:ext cx="10709394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faixa etaria — Indígena — Mulheres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Mulheres, 14-17 anos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fx_mulheres_14_17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Mulheres, 14-17 anos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Mulheres, 18-24 anos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fx_mulheres_18_24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Mulheres, 18-24 anos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Mulheres, 25-39 anos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fx_mulheres_25_39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Mulheres, 25-39 anos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Mulheres, 40-59 anos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fx_mulheres_40_59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Mulheres, 40-59 anos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Mulheres, 60+ anos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fx_mulheres_60mais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Mulheres, 60+ anos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por faixa etaria — Mulheres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</a:t>
            </a:r>
          </a:p>
        </p:txBody>
      </p:sp>
      <p:pic>
        <p:nvPicPr>
          <p:cNvPr id="4" name="Picture 3" descr="arv_gfx_mulheres_hiato_comb_serie_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de renda Branca vs. Negra por faixa etaria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por faixa etaria — Mulheres — Branca vs. Indígena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série de Indígena suavizada (média móvel 4 trim., amostra pequena)</a:t>
            </a:r>
          </a:p>
        </p:txBody>
      </p:sp>
      <p:pic>
        <p:nvPicPr>
          <p:cNvPr id="4" name="Picture 3" descr="arv_gfx_mulheres_hiato_comb_serie_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de renda Branca vs. Indígena por faixa etaria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Mulheres · 14-17 anos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</a:t>
            </a:r>
          </a:p>
        </p:txBody>
      </p:sp>
      <p:pic>
        <p:nvPicPr>
          <p:cNvPr id="4" name="Picture 3" descr="arv_gfx_mulheres_14_17_hiato_serie_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de renda Branca vs. Negra — Mulheres · 14-17 anos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Mulheres · 14-17 anos — Branca vs. Indígena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série de Indígena suavizada (média móvel 4 trim., amostra pequena)</a:t>
            </a:r>
          </a:p>
        </p:txBody>
      </p:sp>
      <p:pic>
        <p:nvPicPr>
          <p:cNvPr id="4" name="Picture 3" descr="arv_faixa_14_17_hiato_serie_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0902" y="1536192"/>
            <a:ext cx="8849890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de renda Branca vs. Indígena — Mulheres · 14-17 anos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Mulheres · 18-24 anos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</a:t>
            </a:r>
          </a:p>
        </p:txBody>
      </p:sp>
      <p:pic>
        <p:nvPicPr>
          <p:cNvPr id="4" name="Picture 3" descr="arv_gfx_mulheres_18_24_hiato_serie_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de renda Branca vs. Negra — Mulheres · 18-24 anos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Mulheres · 18-24 anos — Branca vs. Indígena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série de Indígena suavizada (média móvel 4 trim., amostra pequena)</a:t>
            </a:r>
          </a:p>
        </p:txBody>
      </p:sp>
      <p:pic>
        <p:nvPicPr>
          <p:cNvPr id="4" name="Picture 3" descr="arv_gfx_mulheres_18_24_hiato_serie_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de renda Branca vs. Indígena — Mulheres · 18-24 anos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Mulheres · 25-39 anos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</a:t>
            </a:r>
          </a:p>
        </p:txBody>
      </p:sp>
      <p:pic>
        <p:nvPicPr>
          <p:cNvPr id="4" name="Picture 3" descr="arv_gfx_mulheres_25_39_hiato_serie_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de renda Branca vs. Negra — Mulheres · 25-39 anos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Mulheres · 25-39 anos — Branca vs. Indígena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série de Indígena suavizada (média móvel 4 trim., amostra pequena)</a:t>
            </a:r>
          </a:p>
        </p:txBody>
      </p:sp>
      <p:pic>
        <p:nvPicPr>
          <p:cNvPr id="4" name="Picture 3" descr="arv_gfx_mulheres_25_39_hiato_serie_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de renda Branca vs. Indígena — Mulheres · 25-39 anos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Mulheres · 40-59 anos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</a:t>
            </a:r>
          </a:p>
        </p:txBody>
      </p:sp>
      <p:pic>
        <p:nvPicPr>
          <p:cNvPr id="4" name="Picture 3" descr="arv_gfx_mulheres_40_59_hiato_serie_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de renda Branca vs. Negra — Mulheres · 40-59 anos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Mulheres · 40-59 anos — Branca vs. Indígena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série de Indígena suavizada (média móvel 4 trim., amostra pequena)</a:t>
            </a:r>
          </a:p>
        </p:txBody>
      </p:sp>
      <p:pic>
        <p:nvPicPr>
          <p:cNvPr id="4" name="Picture 3" descr="arv_gfx_mulheres_40_59_hiato_serie_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de renda Branca vs. Indígena — Mulheres · 40-59 anos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Mulheres · 60+ anos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</a:t>
            </a:r>
          </a:p>
        </p:txBody>
      </p:sp>
      <p:pic>
        <p:nvPicPr>
          <p:cNvPr id="4" name="Picture 3" descr="arv_gfx_mulheres_60mais_hiato_serie_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de renda Branca vs. Negra — Mulheres · 60+ anos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Mulheres · 60+ anos — Branca vs. Indígena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série de Indígena suavizada (média móvel 4 trim., amostra pequena)</a:t>
            </a:r>
          </a:p>
        </p:txBody>
      </p:sp>
      <p:pic>
        <p:nvPicPr>
          <p:cNvPr id="4" name="Picture 3" descr="arv_gfx_mulheres_60mais_hiato_serie_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156" y="1536192"/>
            <a:ext cx="10685382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de renda Branca vs. Indígena — Mulheres · 60+ anos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por faixa etaria — Mulheres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% de diferença de renda · Welch: *** p&lt;0,001  ** p&lt;0,01  * p&lt;0,05  ·  n.s. = não signif. · 2º tri. 2026 · só mulheres</a:t>
            </a:r>
          </a:p>
        </p:txBody>
      </p:sp>
      <p:pic>
        <p:nvPicPr>
          <p:cNvPr id="4" name="Picture 3" descr="arv_gfx_mulheres_hiato_snapshot_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2616" y="1536192"/>
            <a:ext cx="8966462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Negra por faixa etaria — 2º tri. 2026.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por faixa etaria — Mulheres — Branca vs. Indígena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% de diferença de renda · Welch: *** p&lt;0,001  ** p&lt;0,01  * p&lt;0,05  ·  n.s. = não signif. · 2º tri. 2026 · só mulheres</a:t>
            </a:r>
          </a:p>
        </p:txBody>
      </p:sp>
      <p:pic>
        <p:nvPicPr>
          <p:cNvPr id="4" name="Picture 3" descr="arv_gfx_mulheres_hiato_snapshot_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2616" y="1536192"/>
            <a:ext cx="8966462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Indígena por faixa etaria — 2º tri. 2026.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0175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5C4F3F"/>
                </a:solidFill>
              </a:defRPr>
            </a:pPr>
            <a:r>
              <a:t>Raça × Gênero × Faixa Etária — Homens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— Homens — Branca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fx_homens_comb_serie_branc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909" y="1536192"/>
            <a:ext cx="10737877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faixa etaria — Branca — Homens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— Homens —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fx_homens_comb_serie_neg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150" y="1536192"/>
            <a:ext cx="10709394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faixa etaria — Negra — Homens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— Homens — Indígena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fx_homens_comb_serie_indige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150" y="1536192"/>
            <a:ext cx="10709394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faixa etaria — Indígena — Homens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Homens, 14-17 anos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fx_homens_14_17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Homens, 14-17 anos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Homens, 18-24 anos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fx_homens_18_24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Homens, 18-24 anos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Homens, 25-39 anos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fx_homens_25_39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Homens, 25-39 anos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Homens, 40-59 anos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fx_homens_40_59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Homens, 40-59 anos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Homens, 60+ anos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fx_homens_60mais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966" y="1536192"/>
            <a:ext cx="10701763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Homens, 60+ anos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por faixa etaria — Homens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</a:t>
            </a:r>
          </a:p>
        </p:txBody>
      </p:sp>
      <p:pic>
        <p:nvPicPr>
          <p:cNvPr id="4" name="Picture 3" descr="arv_gfx_homens_hiato_comb_serie_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de renda Branca vs. Negra por faixa etaria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por faixa etaria — Homens — Branca vs. Indígena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série de Indígena suavizada (média móvel 4 trim., amostra pequena)</a:t>
            </a:r>
          </a:p>
        </p:txBody>
      </p:sp>
      <p:pic>
        <p:nvPicPr>
          <p:cNvPr id="4" name="Picture 3" descr="arv_gfx_homens_hiato_comb_serie_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de renda Branca vs. Indígena por faixa etaria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Homens · 14-17 anos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</a:t>
            </a:r>
          </a:p>
        </p:txBody>
      </p:sp>
      <p:pic>
        <p:nvPicPr>
          <p:cNvPr id="4" name="Picture 3" descr="arv_gfx_homens_14_17_hiato_serie_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de renda Branca vs. Negra — Homens · 14-17 anos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Homens · 14-17 anos — Branca vs. Indígena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série de Indígena suavizada (média móvel 4 trim., amostra pequena)</a:t>
            </a:r>
          </a:p>
        </p:txBody>
      </p:sp>
      <p:pic>
        <p:nvPicPr>
          <p:cNvPr id="4" name="Picture 3" descr="arv_faixa_14_17_hiato_serie_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0902" y="1536192"/>
            <a:ext cx="8849890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de renda Branca vs. Indígena — Homens · 14-17 anos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Homens · 18-24 anos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</a:t>
            </a:r>
          </a:p>
        </p:txBody>
      </p:sp>
      <p:pic>
        <p:nvPicPr>
          <p:cNvPr id="4" name="Picture 3" descr="arv_gfx_homens_18_24_hiato_serie_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de renda Branca vs. Negra — Homens · 18-24 anos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Homens · 18-24 anos — Branca vs. Indígena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série de Indígena suavizada (média móvel 4 trim., amostra pequena)</a:t>
            </a:r>
          </a:p>
        </p:txBody>
      </p:sp>
      <p:pic>
        <p:nvPicPr>
          <p:cNvPr id="4" name="Picture 3" descr="arv_gfx_homens_18_24_hiato_serie_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de renda Branca vs. Indígena — Homens · 18-24 anos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Homens · 25-39 anos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</a:t>
            </a:r>
          </a:p>
        </p:txBody>
      </p:sp>
      <p:pic>
        <p:nvPicPr>
          <p:cNvPr id="4" name="Picture 3" descr="arv_gfx_homens_25_39_hiato_serie_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de renda Branca vs. Negra — Homens · 25-39 anos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Homens · 25-39 anos — Branca vs. Indígena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série de Indígena suavizada (média móvel 4 trim., amostra pequena)</a:t>
            </a:r>
          </a:p>
        </p:txBody>
      </p:sp>
      <p:pic>
        <p:nvPicPr>
          <p:cNvPr id="4" name="Picture 3" descr="arv_gfx_homens_25_39_hiato_serie_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de renda Branca vs. Indígena — Homens · 25-39 anos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Homens · 40-59 anos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</a:t>
            </a:r>
          </a:p>
        </p:txBody>
      </p:sp>
      <p:pic>
        <p:nvPicPr>
          <p:cNvPr id="4" name="Picture 3" descr="arv_gfx_homens_40_59_hiato_serie_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de renda Branca vs. Negra — Homens · 40-59 anos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Homens · 40-59 anos — Branca vs. Indígena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série de Indígena suavizada (média móvel 4 trim., amostra pequena)</a:t>
            </a:r>
          </a:p>
        </p:txBody>
      </p:sp>
      <p:pic>
        <p:nvPicPr>
          <p:cNvPr id="4" name="Picture 3" descr="arv_gfx_homens_40_59_hiato_serie_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de renda Branca vs. Indígena — Homens · 40-59 anos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Homens · 60+ anos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</a:t>
            </a:r>
          </a:p>
        </p:txBody>
      </p:sp>
      <p:pic>
        <p:nvPicPr>
          <p:cNvPr id="4" name="Picture 3" descr="arv_gfx_homens_60mais_hiato_serie_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de renda Branca vs. Negra — Homens · 60+ anos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Homens · 60+ anos — Branca vs. Indígena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série de Indígena suavizada (média móvel 4 trim., amostra pequena)</a:t>
            </a:r>
          </a:p>
        </p:txBody>
      </p:sp>
      <p:pic>
        <p:nvPicPr>
          <p:cNvPr id="4" name="Picture 3" descr="arv_gfx_homens_60mais_hiato_serie_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de renda Branca vs. Indígena — Homens · 60+ anos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por faixa etaria — Homens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% de diferença de renda · Welch: *** p&lt;0,001  ** p&lt;0,01  * p&lt;0,05  ·  n.s. = não signif. · 2º tri. 2026 · só homens</a:t>
            </a:r>
          </a:p>
        </p:txBody>
      </p:sp>
      <p:pic>
        <p:nvPicPr>
          <p:cNvPr id="4" name="Picture 3" descr="arv_gfx_homens_hiato_snapshot_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2616" y="1536192"/>
            <a:ext cx="8966462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Negra por faixa etaria — 2º tri. 2026.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por faixa etaria — Homens — Branca vs. Indígena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% de diferença de renda · Welch: *** p&lt;0,001  ** p&lt;0,01  * p&lt;0,05  ·  n.s. = não signif. · 2º tri. 2026 · só homens</a:t>
            </a:r>
          </a:p>
        </p:txBody>
      </p:sp>
      <p:pic>
        <p:nvPicPr>
          <p:cNvPr id="4" name="Picture 3" descr="arv_gfx_homens_hiato_snapshot_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2616" y="1536192"/>
            <a:ext cx="8966462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Indígena por faixa etaria — 2º tri. 2026.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D9086"/>
                </a:solidFill>
              </a:defRPr>
            </a:pPr>
            <a:r>
              <a:t>7. Raça × Gênero × Geração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84048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5C4F3F"/>
                </a:solidFill>
              </a:defRPr>
            </a:pPr>
            <a:r>
              <a:t>14 de renda · 24 de hiato · Quebra CRUZADA gênero×geração.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0175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5C4F3F"/>
                </a:solidFill>
              </a:defRPr>
            </a:pPr>
            <a:r>
              <a:t>Raça × Gênero × Geração — Mulheres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— Mulheres — Branca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ge_mulheres_comb_serie_branc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geracao — Branca — Mulheres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— Mulheres —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ge_mulheres_comb_serie_neg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geracao — Negra — Mulheres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— Mulheres — Indígena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ge_mulheres_comb_serie_indige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geracao — Indígena — Mulheres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Mulheres, Baby Boomer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ge_mulheres_baby_boomer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Mulheres, Baby Boomer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Mulheres, Geração X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ge_mulheres_geracao_x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Mulheres, Geração X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Mulheres, Millennial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ge_mulheres_millennial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Mulheres, Millennial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Mulheres, Geração Z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ge_mulheres_geracao_z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Mulheres, Geração Z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por geracao — Mulheres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</a:t>
            </a:r>
          </a:p>
        </p:txBody>
      </p:sp>
      <p:pic>
        <p:nvPicPr>
          <p:cNvPr id="4" name="Picture 3" descr="arv_gge_mulheres_hiato_comb_serie_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de renda Branca vs. Negra por geracao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por geracao — Mulheres — Branca vs. Indígena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série de Indígena suavizada (média móvel 4 trim., amostra pequena)</a:t>
            </a:r>
          </a:p>
        </p:txBody>
      </p:sp>
      <p:pic>
        <p:nvPicPr>
          <p:cNvPr id="4" name="Picture 3" descr="arv_gge_mulheres_hiato_comb_serie_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de renda Branca vs. Indígena por geracao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Mulheres · Baby Boomer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</a:t>
            </a:r>
          </a:p>
        </p:txBody>
      </p:sp>
      <p:pic>
        <p:nvPicPr>
          <p:cNvPr id="4" name="Picture 3" descr="arv_gge_mulheres_baby_boomer_hiato_serie_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de renda Branca vs. Negra — Mulheres · Baby Boomer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Mulheres · Baby Boomer — Branca vs. Indígena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série de Indígena suavizada (média móvel 4 trim., amostra pequena)</a:t>
            </a:r>
          </a:p>
        </p:txBody>
      </p:sp>
      <p:pic>
        <p:nvPicPr>
          <p:cNvPr id="4" name="Picture 3" descr="arv_gge_mulheres_baby_boomer_hiato_serie_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de renda Branca vs. Indígena — Mulheres · Baby Boomer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Mulheres · Geração X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</a:t>
            </a:r>
          </a:p>
        </p:txBody>
      </p:sp>
      <p:pic>
        <p:nvPicPr>
          <p:cNvPr id="4" name="Picture 3" descr="arv_gge_mulheres_geracao_x_hiato_serie_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de renda Branca vs. Negra — Mulheres · Geração X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Mulheres · Geração X — Branca vs. Indígena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série de Indígena suavizada (média móvel 4 trim., amostra pequena)</a:t>
            </a:r>
          </a:p>
        </p:txBody>
      </p:sp>
      <p:pic>
        <p:nvPicPr>
          <p:cNvPr id="4" name="Picture 3" descr="arv_gge_mulheres_geracao_x_hiato_serie_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de renda Branca vs. Indígena — Mulheres · Geração X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Mulheres · Millennial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</a:t>
            </a:r>
          </a:p>
        </p:txBody>
      </p:sp>
      <p:pic>
        <p:nvPicPr>
          <p:cNvPr id="4" name="Picture 3" descr="arv_gge_mulheres_millennial_hiato_serie_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de renda Branca vs. Negra — Mulheres · Millennial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Mulheres · Millennial — Branca vs. Indígena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série de Indígena suavizada (média móvel 4 trim., amostra pequena)</a:t>
            </a:r>
          </a:p>
        </p:txBody>
      </p:sp>
      <p:pic>
        <p:nvPicPr>
          <p:cNvPr id="4" name="Picture 3" descr="arv_gge_mulheres_millennial_hiato_serie_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de renda Branca vs. Indígena — Mulheres · Millennial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Mulheres · Geração Z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</a:t>
            </a:r>
          </a:p>
        </p:txBody>
      </p:sp>
      <p:pic>
        <p:nvPicPr>
          <p:cNvPr id="4" name="Picture 3" descr="arv_gge_mulheres_geracao_z_hiato_serie_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de renda Branca vs. Negra — Mulheres · Geração Z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Mulheres · Geração Z — Branca vs. Indígena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série de Indígena suavizada (média móvel 4 trim., amostra pequena)</a:t>
            </a:r>
          </a:p>
        </p:txBody>
      </p:sp>
      <p:pic>
        <p:nvPicPr>
          <p:cNvPr id="4" name="Picture 3" descr="arv_gge_mulheres_geracao_z_hiato_serie_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080" y="1536192"/>
            <a:ext cx="10629535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de renda Branca vs. Indígena — Mulheres · Geração Z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por geracao — Mulheres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% de diferença de renda · Welch: *** p&lt;0,001  ** p&lt;0,01  * p&lt;0,05  ·  n.s. = não signif. · 2º tri. 2026 · só mulheres</a:t>
            </a:r>
          </a:p>
        </p:txBody>
      </p:sp>
      <p:pic>
        <p:nvPicPr>
          <p:cNvPr id="4" name="Picture 3" descr="arv_gge_mulheres_hiato_snapshot_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1015" y="1536192"/>
            <a:ext cx="7629664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Negra por geracao — 2º tri. 2026.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por geracao — Mulheres — Branca vs. Indígena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% de diferença de renda · Welch: *** p&lt;0,001  ** p&lt;0,01  * p&lt;0,05  ·  n.s. = não signif. · 2º tri. 2026 · só mulheres</a:t>
            </a:r>
          </a:p>
        </p:txBody>
      </p:sp>
      <p:pic>
        <p:nvPicPr>
          <p:cNvPr id="4" name="Picture 3" descr="arv_gge_mulheres_hiato_snapshot_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1015" y="1536192"/>
            <a:ext cx="7629664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Indígena por geracao — 2º tri. 2026.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0175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5C4F3F"/>
                </a:solidFill>
              </a:defRPr>
            </a:pPr>
            <a:r>
              <a:t>Raça × Gênero × Geração — Homens</a:t>
            </a: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— Homens — Branca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ge_homens_comb_serie_branc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geracao — Branca — Homens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— Homens —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ge_homens_comb_serie_neg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geracao — Negra — Homens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— Homens — Indígena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ge_homens_comb_serie_indige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geracao — Indígena — Homens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Homens, Baby Boomer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ge_homens_baby_boomer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Homens, Baby Boomer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Homens, Geração X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ge_homens_geracao_x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Homens, Geração X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Homens, Millennial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ge_homens_millennial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Homens, Millennial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Homens, Geração Z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ge_homens_geracao_z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Homens, Geração Z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por geracao — Homens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</a:t>
            </a:r>
          </a:p>
        </p:txBody>
      </p:sp>
      <p:pic>
        <p:nvPicPr>
          <p:cNvPr id="4" name="Picture 3" descr="arv_gge_homens_hiato_comb_serie_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de renda Branca vs. Negra por geracao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por geracao — Homens — Branca vs. Indígena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série de Indígena suavizada (média móvel 4 trim., amostra pequena)</a:t>
            </a:r>
          </a:p>
        </p:txBody>
      </p:sp>
      <p:pic>
        <p:nvPicPr>
          <p:cNvPr id="4" name="Picture 3" descr="arv_gge_homens_hiato_comb_serie_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de renda Branca vs. Indígena por geracao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Homens · Baby Boomer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</a:t>
            </a:r>
          </a:p>
        </p:txBody>
      </p:sp>
      <p:pic>
        <p:nvPicPr>
          <p:cNvPr id="4" name="Picture 3" descr="arv_gge_homens_baby_boomer_hiato_serie_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de renda Branca vs. Negra — Homens · Baby Boomer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Homens · Baby Boomer — Branca vs. Indígena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série de Indígena suavizada (média móvel 4 trim., amostra pequena)</a:t>
            </a:r>
          </a:p>
        </p:txBody>
      </p:sp>
      <p:pic>
        <p:nvPicPr>
          <p:cNvPr id="4" name="Picture 3" descr="arv_gge_homens_baby_boomer_hiato_serie_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de renda Branca vs. Indígena — Homens · Baby Boomer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Homens · Geração X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</a:t>
            </a:r>
          </a:p>
        </p:txBody>
      </p:sp>
      <p:pic>
        <p:nvPicPr>
          <p:cNvPr id="4" name="Picture 3" descr="arv_gge_homens_geracao_x_hiato_serie_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de renda Branca vs. Negra — Homens · Geração X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Homens · Geração X — Branca vs. Indígena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série de Indígena suavizada (média móvel 4 trim., amostra pequena)</a:t>
            </a:r>
          </a:p>
        </p:txBody>
      </p:sp>
      <p:pic>
        <p:nvPicPr>
          <p:cNvPr id="4" name="Picture 3" descr="arv_gge_homens_geracao_x_hiato_serie_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de renda Branca vs. Indígena — Homens · Geração X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Homens · Millennial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</a:t>
            </a:r>
          </a:p>
        </p:txBody>
      </p:sp>
      <p:pic>
        <p:nvPicPr>
          <p:cNvPr id="4" name="Picture 3" descr="arv_gge_homens_millennial_hiato_serie_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de renda Branca vs. Negra — Homens · Millennial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Homens · Millennial — Branca vs. Indígena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série de Indígena suavizada (média móvel 4 trim., amostra pequena)</a:t>
            </a:r>
          </a:p>
        </p:txBody>
      </p:sp>
      <p:pic>
        <p:nvPicPr>
          <p:cNvPr id="4" name="Picture 3" descr="arv_gge_homens_millennial_hiato_serie_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de renda Branca vs. Indígena — Homens · Millennial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Homens · Geração Z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</a:t>
            </a:r>
          </a:p>
        </p:txBody>
      </p:sp>
      <p:pic>
        <p:nvPicPr>
          <p:cNvPr id="4" name="Picture 3" descr="arv_gge_homens_geracao_z_hiato_serie_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de renda Branca vs. Negra — Homens · Geração Z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Homens · Geração Z — Branca vs. Indígena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série de Indígena suavizada (média móvel 4 trim., amostra pequena)</a:t>
            </a:r>
          </a:p>
        </p:txBody>
      </p:sp>
      <p:pic>
        <p:nvPicPr>
          <p:cNvPr id="4" name="Picture 3" descr="arv_gge_homens_geracao_z_hiato_serie_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174" y="1536192"/>
            <a:ext cx="1061334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de renda Branca vs. Indígena — Homens · Geração Z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por geracao — Homens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% de diferença de renda · Welch: *** p&lt;0,001  ** p&lt;0,01  * p&lt;0,05  ·  n.s. = não signif. · 2º tri. 2026 · só homens</a:t>
            </a:r>
          </a:p>
        </p:txBody>
      </p:sp>
      <p:pic>
        <p:nvPicPr>
          <p:cNvPr id="4" name="Picture 3" descr="arv_gge_homens_hiato_snapshot_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1015" y="1536192"/>
            <a:ext cx="7629664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Negra por geracao — 2º tri. 2026.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por geracao — Homens — Branca vs. Indígena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% de diferença de renda · Welch: *** p&lt;0,001  ** p&lt;0,01  * p&lt;0,05  ·  n.s. = não signif. · 2º tri. 2026 · só homens</a:t>
            </a:r>
          </a:p>
        </p:txBody>
      </p:sp>
      <p:pic>
        <p:nvPicPr>
          <p:cNvPr id="4" name="Picture 3" descr="arv_gge_homens_hiato_snapshot_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0649" y="1536192"/>
            <a:ext cx="7650397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Indígena por geracao — 2º tri. 2026.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D9086"/>
                </a:solidFill>
              </a:defRPr>
            </a:pPr>
            <a:r>
              <a:t>8. Raça × Gênero × Escolaridade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84048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5C4F3F"/>
                </a:solidFill>
              </a:defRPr>
            </a:pPr>
            <a:r>
              <a:t>20 de renda · 36 de hiato · Quebra CRUZADA gênero×escolaridade.</a:t>
            </a:r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0175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5C4F3F"/>
                </a:solidFill>
              </a:defRPr>
            </a:pPr>
            <a:r>
              <a:t>Raça × Gênero × Escolaridade — Mulheres</a:t>
            </a:r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— Mulheres — Branca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es_mulheres_comb_serie_branc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144" y="1536192"/>
            <a:ext cx="1073340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nivel instrucao — Branca — Mulheres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— Mulheres —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es_mulheres_comb_serie_neg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871" y="1536192"/>
            <a:ext cx="10761952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nivel instrucao — Negra — Mulheres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— Mulheres — Indígena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es_mulheres_comb_serie_indige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144" y="1536192"/>
            <a:ext cx="1073340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nivel instrucao — Indígena — Mulheres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Mulheres, Sem instrução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es_mulheres_sem_instrucao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Mulheres, Sem instrução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Mulheres, Fundamental incompl.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es_mulheres_fundamental_incompl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Mulheres, Fundamental incompl.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Mulheres, Fundamental compl.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es_mulheres_fundamental_compl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Mulheres, Fundamental compl.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Mulheres, Médio incompl.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es_mulheres_medio_incompl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Mulheres, Médio incompl.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Mulheres, Médio compl.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es_mulheres_medio_compl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966" y="1536192"/>
            <a:ext cx="10701763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Mulheres, Médio compl.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Mulheres, Superior incompl.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es_mulheres_superior_incompl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Mulheres, Superior incompl.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1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Mulheres, Superior compl.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es_mulheres_superior_compl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Mulheres, Superior compl.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por nivel instrucao — Mulheres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</a:t>
            </a:r>
          </a:p>
        </p:txBody>
      </p:sp>
      <p:pic>
        <p:nvPicPr>
          <p:cNvPr id="4" name="Picture 3" descr="arv_ges_mulheres_hiato_comb_serie_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153" y="1536192"/>
            <a:ext cx="1069738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de renda Branca vs. Negra por nivel instrucao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1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por nivel instrucao — Mulheres — Branca vs. Indígena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série de Indígena suavizada (média móvel 4 trim., amostra pequena)</a:t>
            </a:r>
          </a:p>
        </p:txBody>
      </p:sp>
      <p:pic>
        <p:nvPicPr>
          <p:cNvPr id="4" name="Picture 3" descr="arv_ges_mulheres_hiato_comb_serie_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153" y="1536192"/>
            <a:ext cx="1069738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de renda Branca vs. Indígena por nivel instrucao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1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Mulheres · Sem instrução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</a:t>
            </a:r>
          </a:p>
        </p:txBody>
      </p:sp>
      <p:pic>
        <p:nvPicPr>
          <p:cNvPr id="4" name="Picture 3" descr="arv_ges_mulheres_sem_instrucao_hiato_serie_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de renda Branca vs. Negra — Mulheres · Sem instrução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1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Mulheres · Sem instrução — Branca vs. Indígena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série de Indígena suavizada (média móvel 4 trim., amostra pequena)</a:t>
            </a:r>
          </a:p>
        </p:txBody>
      </p:sp>
      <p:pic>
        <p:nvPicPr>
          <p:cNvPr id="4" name="Picture 3" descr="arv_faixa_14_17_hiato_serie_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0902" y="1536192"/>
            <a:ext cx="8849890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de renda Branca vs. Indígena — Mulheres · Sem instrução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2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Mulheres · Fundamental incompl.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</a:t>
            </a:r>
          </a:p>
        </p:txBody>
      </p:sp>
      <p:pic>
        <p:nvPicPr>
          <p:cNvPr id="4" name="Picture 3" descr="arv_ges_mulheres_fundamental_incompl_hiato_serie_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de renda Branca vs. Negra — Mulheres · Fundamental incompl.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2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Mulheres · Fundamental incompl. — Branca vs. Indígena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série de Indígena suavizada (média móvel 4 trim., amostra pequena)</a:t>
            </a:r>
          </a:p>
        </p:txBody>
      </p:sp>
      <p:pic>
        <p:nvPicPr>
          <p:cNvPr id="4" name="Picture 3" descr="arv_ges_mulheres_fundamental_incompl_hiato_serie_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de renda Branca vs. Indígena — Mulheres · Fundamental incompl.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2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Mulheres · Fundamental compl.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</a:t>
            </a:r>
          </a:p>
        </p:txBody>
      </p:sp>
      <p:pic>
        <p:nvPicPr>
          <p:cNvPr id="4" name="Picture 3" descr="arv_ges_mulheres_fundamental_compl_hiato_serie_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de renda Branca vs. Negra — Mulheres · Fundamental compl.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2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Mulheres · Fundamental compl. — Branca vs. Indígena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série de Indígena suavizada (média móvel 4 trim., amostra pequena)</a:t>
            </a:r>
          </a:p>
        </p:txBody>
      </p:sp>
      <p:pic>
        <p:nvPicPr>
          <p:cNvPr id="4" name="Picture 3" descr="arv_ges_mulheres_fundamental_compl_hiato_serie_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180" y="1536192"/>
            <a:ext cx="10589334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de renda Branca vs. Indígena — Mulheres · Fundamental compl.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2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Mulheres · Médio incompl.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</a:t>
            </a:r>
          </a:p>
        </p:txBody>
      </p:sp>
      <p:pic>
        <p:nvPicPr>
          <p:cNvPr id="4" name="Picture 3" descr="arv_ges_mulheres_medio_incompl_hiato_serie_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de renda Branca vs. Negra — Mulheres · Médio incompl.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2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Mulheres · Médio incompl. — Branca vs. Indígena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série de Indígena suavizada (média móvel 4 trim., amostra pequena)</a:t>
            </a:r>
          </a:p>
        </p:txBody>
      </p:sp>
      <p:pic>
        <p:nvPicPr>
          <p:cNvPr id="4" name="Picture 3" descr="arv_ges_mulheres_medio_incompl_hiato_serie_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5156" y="1536192"/>
            <a:ext cx="10581383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de renda Branca vs. Indígena — Mulheres · Médio incompl.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2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Mulheres · Médio compl.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</a:t>
            </a:r>
          </a:p>
        </p:txBody>
      </p:sp>
      <p:pic>
        <p:nvPicPr>
          <p:cNvPr id="4" name="Picture 3" descr="arv_ges_mulheres_medio_compl_hiato_serie_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de renda Branca vs. Negra — Mulheres · Médio compl.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2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Mulheres · Médio compl. — Branca vs. Indígena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série de Indígena suavizada (média móvel 4 trim., amostra pequena)</a:t>
            </a:r>
          </a:p>
        </p:txBody>
      </p:sp>
      <p:pic>
        <p:nvPicPr>
          <p:cNvPr id="4" name="Picture 3" descr="arv_ges_mulheres_medio_compl_hiato_serie_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de renda Branca vs. Indígena — Mulheres · Médio compl.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2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Mulheres · Superior incompl.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</a:t>
            </a:r>
          </a:p>
        </p:txBody>
      </p:sp>
      <p:pic>
        <p:nvPicPr>
          <p:cNvPr id="4" name="Picture 3" descr="arv_ges_mulheres_superior_incompl_hiato_serie_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de renda Branca vs. Negra — Mulheres · Superior incompl.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2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Mulheres · Superior incompl. — Branca vs. Indígena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série de Indígena suavizada (média móvel 4 trim., amostra pequena)</a:t>
            </a:r>
          </a:p>
        </p:txBody>
      </p:sp>
      <p:pic>
        <p:nvPicPr>
          <p:cNvPr id="4" name="Picture 3" descr="arv_ges_mulheres_superior_incompl_hiato_serie_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177" y="1536192"/>
            <a:ext cx="10601340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de renda Branca vs. Indígena — Mulheres · Superior incompl.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2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Mulheres · Superior compl.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</a:t>
            </a:r>
          </a:p>
        </p:txBody>
      </p:sp>
      <p:pic>
        <p:nvPicPr>
          <p:cNvPr id="4" name="Picture 3" descr="arv_ges_mulheres_superior_compl_hiato_serie_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de renda Branca vs. Negra — Mulheres · Superior compl.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2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Mulheres · Superior compl. — Branca vs. Indígena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série de Indígena suavizada (média móvel 4 trim., amostra pequena)</a:t>
            </a:r>
          </a:p>
        </p:txBody>
      </p:sp>
      <p:pic>
        <p:nvPicPr>
          <p:cNvPr id="4" name="Picture 3" descr="arv_ges_mulheres_superior_compl_hiato_serie_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165" y="1536192"/>
            <a:ext cx="10649364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de renda Branca vs. Indígena — Mulheres · Superior compl.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2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por nivel instrucao — Mulheres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% de diferença de renda · Welch: *** p&lt;0,001  ** p&lt;0,01  * p&lt;0,05  ·  n.s. = não signif. · 2º tri. 2026 · só mulheres</a:t>
            </a:r>
          </a:p>
        </p:txBody>
      </p:sp>
      <p:pic>
        <p:nvPicPr>
          <p:cNvPr id="4" name="Picture 3" descr="arv_ges_mulheres_hiato_snapshot_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7" y="1536192"/>
            <a:ext cx="10972800" cy="428661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Negra por nivel instrucao — 2º tri. 2026.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2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por nivel instrucao — Mulheres — Branca vs. Indígena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% de diferença de renda · Welch: *** p&lt;0,001  ** p&lt;0,01  * p&lt;0,05  ·  n.s. = não signif. · 2º tri. 2026 · só mulheres</a:t>
            </a:r>
          </a:p>
        </p:txBody>
      </p:sp>
      <p:pic>
        <p:nvPicPr>
          <p:cNvPr id="4" name="Picture 3" descr="arv_ges_mulheres_hiato_snapshot_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7" y="1536192"/>
            <a:ext cx="10972800" cy="428661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Indígena por nivel instrucao — 2º tri. 2026.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2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0175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5C4F3F"/>
                </a:solidFill>
              </a:defRPr>
            </a:pPr>
            <a:r>
              <a:t>Raça × Gênero × Escolaridade — Homens</a:t>
            </a:r>
          </a:p>
        </p:txBody>
      </p:sp>
    </p:spTree>
  </p:cSld>
  <p:clrMapOvr>
    <a:masterClrMapping/>
  </p:clrMapOvr>
</p:sld>
</file>

<file path=ppt/slides/slide2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— Homens — Branca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es_homens_comb_serie_branc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871" y="1536192"/>
            <a:ext cx="10761952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nivel instrucao — Branca — Homens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2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— Homens —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es_homens_comb_serie_neg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144" y="1536192"/>
            <a:ext cx="1073340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nivel instrucao — Negra — Homens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2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— Homens — Indígena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es_homens_comb_serie_indige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144" y="1536192"/>
            <a:ext cx="1073340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nivel instrucao — Indígena — Homens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2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Homens, Sem instrução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es_homens_sem_instrucao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Homens, Sem instrução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2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Homens, Fundamental incompl.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es_homens_fundamental_incompl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966" y="1536192"/>
            <a:ext cx="10701763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Homens, Fundamental incompl.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2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Homens, Fundamental compl.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es_homens_fundamental_compl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Homens, Fundamental compl.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2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Homens, Médio incompl.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es_homens_medio_incompl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Homens, Médio incompl.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2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Homens, Médio compl.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es_homens_medio_compl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Homens, Médio compl.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2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Homens, Superior incompl.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es_homens_superior_incompl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Homens, Superior incompl.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2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Homens, Superior compl.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es_homens_superior_compl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966" y="1536192"/>
            <a:ext cx="10701763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Homens, Superior compl.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2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por nivel instrucao — Homens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</a:t>
            </a:r>
          </a:p>
        </p:txBody>
      </p:sp>
      <p:pic>
        <p:nvPicPr>
          <p:cNvPr id="4" name="Picture 3" descr="arv_ges_homens_hiato_comb_serie_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156" y="1536192"/>
            <a:ext cx="10685382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de renda Branca vs. Negra por nivel instrucao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2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por nivel instrucao — Homens — Branca vs. Indígena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série de Indígena suavizada (média móvel 4 trim., amostra pequena)</a:t>
            </a:r>
          </a:p>
        </p:txBody>
      </p:sp>
      <p:pic>
        <p:nvPicPr>
          <p:cNvPr id="4" name="Picture 3" descr="arv_ges_homens_hiato_comb_serie_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153" y="1536192"/>
            <a:ext cx="1069738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de renda Branca vs. Indígena por nivel instrucao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2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Homens · Sem instrução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</a:t>
            </a:r>
          </a:p>
        </p:txBody>
      </p:sp>
      <p:pic>
        <p:nvPicPr>
          <p:cNvPr id="4" name="Picture 3" descr="arv_ges_homens_sem_instrucao_hiato_serie_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de renda Branca vs. Negra — Homens · Sem instrução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2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Homens · Sem instrução — Branca vs. Indígena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série de Indígena suavizada (média móvel 4 trim., amostra pequena)</a:t>
            </a:r>
          </a:p>
        </p:txBody>
      </p:sp>
      <p:pic>
        <p:nvPicPr>
          <p:cNvPr id="4" name="Picture 3" descr="arv_ges_homens_sem_instrucao_hiato_serie_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de renda Branca vs. Indígena — Homens · Sem instrução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2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Homens · Fundamental incompl.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</a:t>
            </a:r>
          </a:p>
        </p:txBody>
      </p:sp>
      <p:pic>
        <p:nvPicPr>
          <p:cNvPr id="4" name="Picture 3" descr="arv_ges_homens_fundamental_incompl_hiato_serie_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de renda Branca vs. Negra — Homens · Fundamental incompl.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2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Homens · Fundamental incompl. — Branca vs. Indígena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série de Indígena suavizada (média móvel 4 trim., amostra pequena)</a:t>
            </a:r>
          </a:p>
        </p:txBody>
      </p:sp>
      <p:pic>
        <p:nvPicPr>
          <p:cNvPr id="4" name="Picture 3" descr="arv_ges_homens_fundamental_incompl_hiato_serie_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de renda Branca vs. Indígena — Homens · Fundamental incompl.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2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Homens · Fundamental compl.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</a:t>
            </a:r>
          </a:p>
        </p:txBody>
      </p:sp>
      <p:pic>
        <p:nvPicPr>
          <p:cNvPr id="4" name="Picture 3" descr="arv_ges_homens_fundamental_compl_hiato_serie_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de renda Branca vs. Negra — Homens · Fundamental compl.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2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Homens · Fundamental compl. — Branca vs. Indígena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série de Indígena suavizada (média móvel 4 trim., amostra pequena)</a:t>
            </a:r>
          </a:p>
        </p:txBody>
      </p:sp>
      <p:pic>
        <p:nvPicPr>
          <p:cNvPr id="4" name="Picture 3" descr="arv_ges_homens_fundamental_compl_hiato_serie_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de renda Branca vs. Indígena — Homens · Fundamental compl.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2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Homens · Médio incompl.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</a:t>
            </a:r>
          </a:p>
        </p:txBody>
      </p:sp>
      <p:pic>
        <p:nvPicPr>
          <p:cNvPr id="4" name="Picture 3" descr="arv_ges_homens_medio_incompl_hiato_serie_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de renda Branca vs. Negra — Homens · Médio incompl.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2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Homens · Médio incompl. — Branca vs. Indígena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série de Indígena suavizada (média móvel 4 trim., amostra pequena)</a:t>
            </a:r>
          </a:p>
        </p:txBody>
      </p:sp>
      <p:pic>
        <p:nvPicPr>
          <p:cNvPr id="4" name="Picture 3" descr="arv_ges_homens_medio_incompl_hiato_serie_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de renda Branca vs. Indígena — Homens · Médio incompl.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2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Homens · Médio compl.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</a:t>
            </a:r>
          </a:p>
        </p:txBody>
      </p:sp>
      <p:pic>
        <p:nvPicPr>
          <p:cNvPr id="4" name="Picture 3" descr="arv_ges_homens_medio_compl_hiato_serie_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de renda Branca vs. Negra — Homens · Médio compl.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2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Homens · Médio compl. — Branca vs. Indígena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série de Indígena suavizada (média móvel 4 trim., amostra pequena)</a:t>
            </a:r>
          </a:p>
        </p:txBody>
      </p:sp>
      <p:pic>
        <p:nvPicPr>
          <p:cNvPr id="4" name="Picture 3" descr="arv_ges_homens_medio_compl_hiato_serie_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de renda Branca vs. Indígena — Homens · Médio compl.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2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Homens · Superior incompl.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</a:t>
            </a:r>
          </a:p>
        </p:txBody>
      </p:sp>
      <p:pic>
        <p:nvPicPr>
          <p:cNvPr id="4" name="Picture 3" descr="arv_ges_homens_superior_incompl_hiato_serie_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de renda Branca vs. Negra — Homens · Superior incompl.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2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Homens · Superior incompl. — Branca vs. Indígena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série de Indígena suavizada (média móvel 4 trim., amostra pequena)</a:t>
            </a:r>
          </a:p>
        </p:txBody>
      </p:sp>
      <p:pic>
        <p:nvPicPr>
          <p:cNvPr id="4" name="Picture 3" descr="arv_ges_homens_superior_incompl_hiato_serie_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147" y="1536192"/>
            <a:ext cx="10721400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de renda Branca vs. Indígena — Homens · Superior incompl.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2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Homens · Superior compl.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</a:t>
            </a:r>
          </a:p>
        </p:txBody>
      </p:sp>
      <p:pic>
        <p:nvPicPr>
          <p:cNvPr id="4" name="Picture 3" descr="arv_ges_homens_superior_compl_hiato_serie_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de renda Branca vs. Negra — Homens · Superior compl.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2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Homens · Superior compl. — Branca vs. Indígena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série de Indígena suavizada (média móvel 4 trim., amostra pequena)</a:t>
            </a:r>
          </a:p>
        </p:txBody>
      </p:sp>
      <p:pic>
        <p:nvPicPr>
          <p:cNvPr id="4" name="Picture 3" descr="arv_ges_homens_superior_compl_hiato_serie_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de renda Branca vs. Indígena — Homens · Superior compl.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2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por nivel instrucao — Homens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% de diferença de renda · Welch: *** p&lt;0,001  ** p&lt;0,01  * p&lt;0,05  ·  n.s. = não signif. · 2º tri. 2026 · só homens</a:t>
            </a:r>
          </a:p>
        </p:txBody>
      </p:sp>
      <p:pic>
        <p:nvPicPr>
          <p:cNvPr id="4" name="Picture 3" descr="arv_ges_homens_hiato_snapshot_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7" y="1536192"/>
            <a:ext cx="10972800" cy="428661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Negra por nivel instrucao — 2º tri. 2026.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2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por nivel instrucao — Homens — Branca vs. Indígena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% de diferença de renda · Welch: *** p&lt;0,001  ** p&lt;0,01  * p&lt;0,05  ·  n.s. = não signif. · 2º tri. 2026 · só homens</a:t>
            </a:r>
          </a:p>
        </p:txBody>
      </p:sp>
      <p:pic>
        <p:nvPicPr>
          <p:cNvPr id="4" name="Picture 3" descr="arv_ges_homens_hiato_snapshot_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7" y="1536192"/>
            <a:ext cx="10972800" cy="428661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Indígena por nivel instrucao — 2º tri. 2026.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2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D9086"/>
                </a:solidFill>
              </a:defRPr>
            </a:pPr>
            <a:r>
              <a:t>9. Raça × Gênero × Faixa Etária × Escolaridade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84048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5C4F3F"/>
                </a:solidFill>
              </a:defRPr>
            </a:pPr>
            <a:r>
              <a:t>70 de renda · 74 de hiato · Quebra CRUZADA gênero×faixa×escolaridade — 70 células (série de renda + série de hiato Branca-vs-Negra por célula). Indígena via 2 heatmaps por gênero (vs. Negra / vs. Indígena).</a:t>
            </a:r>
          </a:p>
        </p:txBody>
      </p:sp>
    </p:spTree>
  </p:cSld>
  <p:clrMapOvr>
    <a:masterClrMapping/>
  </p:clrMapOvr>
</p:sld>
</file>

<file path=ppt/slides/slide2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0175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5C4F3F"/>
                </a:solidFill>
              </a:defRPr>
            </a:pPr>
            <a:r>
              <a:t>Raça × Gênero × Faixa Etária × Escolaridade — Mulheres</a:t>
            </a:r>
          </a:p>
        </p:txBody>
      </p:sp>
    </p:spTree>
  </p:cSld>
  <p:clrMapOvr>
    <a:masterClrMapping/>
  </p:clrMapOvr>
</p:sld>
</file>

<file path=ppt/slides/slide2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Mulheres, 14-17 anos, Sem instrução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fe_mulheres_14_17_sem_instrucao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165" y="1536192"/>
            <a:ext cx="10649364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Mulheres, 14-17 anos, Sem instrução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2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Mulheres, 14-17 anos, Sem instrução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(Indígena por célula sem amostra — ver heatmaps do item)</a:t>
            </a:r>
          </a:p>
        </p:txBody>
      </p:sp>
      <p:pic>
        <p:nvPicPr>
          <p:cNvPr id="4" name="Picture 3" descr="arv_faixa_14_17_hiato_serie_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0902" y="1536192"/>
            <a:ext cx="8849890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Negra — Mulheres, 14-17 anos, Sem instrução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2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Mulheres, 14-17 anos, Fundamental incompl.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fe_mulheres_14_17_fundamental_incompl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Mulheres, 14-17 anos, Fundamental incompl.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2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Mulheres, 14-17 anos, Fundamental incompl.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(Indígena por célula sem amostra — ver heatmaps do item)</a:t>
            </a:r>
          </a:p>
        </p:txBody>
      </p:sp>
      <p:pic>
        <p:nvPicPr>
          <p:cNvPr id="4" name="Picture 3" descr="arv_gfe_mulheres_14_17_fundamental_incompl_hiato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Negra — Mulheres, 14-17 anos, Fundamental incompl.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2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Mulheres, 14-17 anos, Fundamental compl.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fe_mulheres_14_17_fundamental_compl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Mulheres, 14-17 anos, Fundamental compl.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2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Mulheres, 14-17 anos, Fundamental compl.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(Indígena por célula sem amostra — ver heatmaps do item)</a:t>
            </a:r>
          </a:p>
        </p:txBody>
      </p:sp>
      <p:pic>
        <p:nvPicPr>
          <p:cNvPr id="4" name="Picture 3" descr="arv_gfe_mulheres_14_17_fundamental_compl_hiato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023" y="1536192"/>
            <a:ext cx="10665649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Negra — Mulheres, 14-17 anos, Fundamental compl.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2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Mulheres, 14-17 anos, Médio incompl.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fe_mulheres_14_17_medio_incompl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Mulheres, 14-17 anos, Médio incompl.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2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Mulheres, 14-17 anos, Médio incompl.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(Indígena por célula sem amostra — ver heatmaps do item)</a:t>
            </a:r>
          </a:p>
        </p:txBody>
      </p:sp>
      <p:pic>
        <p:nvPicPr>
          <p:cNvPr id="4" name="Picture 3" descr="arv_gfe_mulheres_14_17_medio_incompl_hiato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Negra — Mulheres, 14-17 anos, Médio incompl.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2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Mulheres, 14-17 anos, Médio compl.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fe_mulheres_14_17_medio_compl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Mulheres, 14-17 anos, Médio compl.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2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Mulheres, 14-17 anos, Médio compl.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(Indígena por célula sem amostra — ver heatmaps do item)</a:t>
            </a:r>
          </a:p>
        </p:txBody>
      </p:sp>
      <p:pic>
        <p:nvPicPr>
          <p:cNvPr id="4" name="Picture 3" descr="arv_gfe_mulheres_14_17_medio_compl_hiato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Negra — Mulheres, 14-17 anos, Médio compl.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2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Mulheres, 14-17 anos, Superior incompl.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fe_mulheres_14_17_superior_incompl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165" y="1536192"/>
            <a:ext cx="10649364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Mulheres, 14-17 anos, Superior incompl.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2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Mulheres, 14-17 anos, Superior incompl.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(Indígena por célula sem amostra — ver heatmaps do item)</a:t>
            </a:r>
          </a:p>
        </p:txBody>
      </p:sp>
      <p:pic>
        <p:nvPicPr>
          <p:cNvPr id="4" name="Picture 3" descr="arv_faixa_14_17_hiato_serie_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0902" y="1536192"/>
            <a:ext cx="8849890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Negra — Mulheres, 14-17 anos, Superior incompl.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2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Mulheres, 14-17 anos, Superior compl.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faixa_14_17_hiato_serie_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0902" y="1536192"/>
            <a:ext cx="8849890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Mulheres, 14-17 anos, Superior compl.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2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Mulheres, 14-17 anos, Superior compl.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(Indígena por célula sem amostra — ver heatmaps do item)</a:t>
            </a:r>
          </a:p>
        </p:txBody>
      </p:sp>
      <p:pic>
        <p:nvPicPr>
          <p:cNvPr id="4" name="Picture 3" descr="arv_faixa_14_17_hiato_serie_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0902" y="1536192"/>
            <a:ext cx="8849890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Negra — Mulheres, 14-17 anos, Superior compl.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2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Mulheres, 18-24 anos, Sem instrução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fe_mulheres_18_24_sem_instrucao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Mulheres, 18-24 anos, Sem instrução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2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Mulheres, 18-24 anos, Sem instrução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(Indígena por célula sem amostra — ver heatmaps do item)</a:t>
            </a:r>
          </a:p>
        </p:txBody>
      </p:sp>
      <p:pic>
        <p:nvPicPr>
          <p:cNvPr id="4" name="Picture 3" descr="arv_faixa_14_17_hiato_serie_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0902" y="1536192"/>
            <a:ext cx="8849890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Negra — Mulheres, 18-24 anos, Sem instrução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2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Mulheres, 18-24 anos, Fundamental incompl.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fe_mulheres_18_24_fundamental_incompl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Mulheres, 18-24 anos, Fundamental incompl.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2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Mulheres, 18-24 anos, Fundamental incompl.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(Indígena por célula sem amostra — ver heatmaps do item)</a:t>
            </a:r>
          </a:p>
        </p:txBody>
      </p:sp>
      <p:pic>
        <p:nvPicPr>
          <p:cNvPr id="4" name="Picture 3" descr="arv_gfe_mulheres_18_24_fundamental_incompl_hiato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Negra — Mulheres, 18-24 anos, Fundamental incompl.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2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Mulheres, 18-24 anos, Fundamental compl.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fe_mulheres_18_24_fundamental_compl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966" y="1536192"/>
            <a:ext cx="10701763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Mulheres, 18-24 anos, Fundamental compl.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2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Mulheres, 18-24 anos, Fundamental compl.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(Indígena por célula sem amostra — ver heatmaps do item)</a:t>
            </a:r>
          </a:p>
        </p:txBody>
      </p:sp>
      <p:pic>
        <p:nvPicPr>
          <p:cNvPr id="4" name="Picture 3" descr="arv_gfe_mulheres_18_24_fundamental_compl_hiato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Negra — Mulheres, 18-24 anos, Fundamental compl.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2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Mulheres, 18-24 anos, Médio incompl.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fe_mulheres_18_24_medio_incompl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Mulheres, 18-24 anos, Médio incompl.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2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Mulheres, 18-24 anos, Médio incompl.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(Indígena por célula sem amostra — ver heatmaps do item)</a:t>
            </a:r>
          </a:p>
        </p:txBody>
      </p:sp>
      <p:pic>
        <p:nvPicPr>
          <p:cNvPr id="4" name="Picture 3" descr="arv_gfe_mulheres_18_24_medio_incompl_hiato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Negra — Mulheres, 18-24 anos, Médio incompl.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2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Mulheres, 18-24 anos, Médio compl.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fe_mulheres_18_24_medio_compl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Mulheres, 18-24 anos, Médio compl.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2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Mulheres, 18-24 anos, Médio compl.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(Indígena por célula sem amostra — ver heatmaps do item)</a:t>
            </a:r>
          </a:p>
        </p:txBody>
      </p:sp>
      <p:pic>
        <p:nvPicPr>
          <p:cNvPr id="4" name="Picture 3" descr="arv_gfe_mulheres_18_24_medio_compl_hiato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Negra — Mulheres, 18-24 anos, Médio compl.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2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Mulheres, 18-24 anos, Superior incompl.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fe_mulheres_18_24_superior_incompl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966" y="1536192"/>
            <a:ext cx="10701763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Mulheres, 18-24 anos, Superior incompl.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2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Mulheres, 18-24 anos, Superior incompl.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(Indígena por célula sem amostra — ver heatmaps do item)</a:t>
            </a:r>
          </a:p>
        </p:txBody>
      </p:sp>
      <p:pic>
        <p:nvPicPr>
          <p:cNvPr id="4" name="Picture 3" descr="arv_gfe_mulheres_18_24_superior_incompl_hiato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Negra — Mulheres, 18-24 anos, Superior incompl.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2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Mulheres, 18-24 anos, Superior compl.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fe_mulheres_18_24_superior_compl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Mulheres, 18-24 anos, Superior compl.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2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Mulheres, 18-24 anos, Superior compl.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(Indígena por célula sem amostra — ver heatmaps do item)</a:t>
            </a:r>
          </a:p>
        </p:txBody>
      </p:sp>
      <p:pic>
        <p:nvPicPr>
          <p:cNvPr id="4" name="Picture 3" descr="arv_gfe_mulheres_18_24_superior_compl_hiato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Negra — Mulheres, 18-24 anos, Superior compl.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2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Mulheres, 25-39 anos, Sem instrução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fe_mulheres_25_39_sem_instrucao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Mulheres, 25-39 anos, Sem instrução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2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Mulheres, 25-39 anos, Sem instrução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(Indígena por célula sem amostra — ver heatmaps do item)</a:t>
            </a:r>
          </a:p>
        </p:txBody>
      </p:sp>
      <p:pic>
        <p:nvPicPr>
          <p:cNvPr id="4" name="Picture 3" descr="arv_gfe_mulheres_25_39_sem_instrucao_hiato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Negra — Mulheres, 25-39 anos, Sem instrução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2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Mulheres, 25-39 anos, Fundamental incompl.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fe_mulheres_25_39_fundamental_incompl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Mulheres, 25-39 anos, Fundamental incompl.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2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Mulheres, 25-39 anos, Fundamental incompl.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(Indígena por célula sem amostra — ver heatmaps do item)</a:t>
            </a:r>
          </a:p>
        </p:txBody>
      </p:sp>
      <p:pic>
        <p:nvPicPr>
          <p:cNvPr id="4" name="Picture 3" descr="arv_gfe_mulheres_25_39_fundamental_incompl_hiato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Negra — Mulheres, 25-39 anos, Fundamental incompl.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2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Mulheres, 25-39 anos, Fundamental compl.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fe_mulheres_25_39_fundamental_compl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Mulheres, 25-39 anos, Fundamental compl.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2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Mulheres, 25-39 anos, Fundamental compl.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(Indígena por célula sem amostra — ver heatmaps do item)</a:t>
            </a:r>
          </a:p>
        </p:txBody>
      </p:sp>
      <p:pic>
        <p:nvPicPr>
          <p:cNvPr id="4" name="Picture 3" descr="arv_gfe_mulheres_25_39_fundamental_compl_hiato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Negra — Mulheres, 25-39 anos, Fundamental compl.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2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Mulheres, 25-39 anos, Médio incompl.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fe_mulheres_25_39_medio_incompl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Mulheres, 25-39 anos, Médio incompl.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2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Mulheres, 25-39 anos, Médio incompl.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(Indígena por célula sem amostra — ver heatmaps do item)</a:t>
            </a:r>
          </a:p>
        </p:txBody>
      </p:sp>
      <p:pic>
        <p:nvPicPr>
          <p:cNvPr id="4" name="Picture 3" descr="arv_gfe_mulheres_25_39_medio_incompl_hiato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Negra — Mulheres, 25-39 anos, Médio incompl.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2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Mulheres, 25-39 anos, Médio compl.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fe_mulheres_25_39_medio_compl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966" y="1536192"/>
            <a:ext cx="10701763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Mulheres, 25-39 anos, Médio compl.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2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Mulheres, 25-39 anos, Médio compl.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(Indígena por célula sem amostra — ver heatmaps do item)</a:t>
            </a:r>
          </a:p>
        </p:txBody>
      </p:sp>
      <p:pic>
        <p:nvPicPr>
          <p:cNvPr id="4" name="Picture 3" descr="arv_gfe_mulheres_25_39_medio_compl_hiato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Negra — Mulheres, 25-39 anos, Médio compl.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2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Mulheres, 25-39 anos, Superior incompl.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fe_mulheres_25_39_superior_incompl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Mulheres, 25-39 anos, Superior incompl.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2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Mulheres, 25-39 anos, Superior incompl.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(Indígena por célula sem amostra — ver heatmaps do item)</a:t>
            </a:r>
          </a:p>
        </p:txBody>
      </p:sp>
      <p:pic>
        <p:nvPicPr>
          <p:cNvPr id="4" name="Picture 3" descr="arv_gfe_mulheres_25_39_superior_incompl_hiato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Negra — Mulheres, 25-39 anos, Superior incompl.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2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Mulheres, 25-39 anos, Superior compl.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fe_mulheres_25_39_superior_compl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Mulheres, 25-39 anos, Superior compl.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2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Mulheres, 25-39 anos, Superior compl.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(Indígena por célula sem amostra — ver heatmaps do item)</a:t>
            </a:r>
          </a:p>
        </p:txBody>
      </p:sp>
      <p:pic>
        <p:nvPicPr>
          <p:cNvPr id="4" name="Picture 3" descr="arv_gfe_mulheres_25_39_superior_compl_hiato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Negra — Mulheres, 25-39 anos, Superior compl.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2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Mulheres, 40-59 anos, Sem instrução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fe_mulheres_40_59_sem_instrucao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Mulheres, 40-59 anos, Sem instrução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2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Mulheres, 40-59 anos, Sem instrução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(Indígena por célula sem amostra — ver heatmaps do item)</a:t>
            </a:r>
          </a:p>
        </p:txBody>
      </p:sp>
      <p:pic>
        <p:nvPicPr>
          <p:cNvPr id="4" name="Picture 3" descr="arv_gfe_mulheres_40_59_sem_instrucao_hiato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Negra — Mulheres, 40-59 anos, Sem instrução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2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Mulheres, 40-59 anos, Fundamental incompl.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fe_mulheres_40_59_fundamental_incompl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Mulheres, 40-59 anos, Fundamental incompl.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2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Mulheres, 40-59 anos, Fundamental incompl.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(Indígena por célula sem amostra — ver heatmaps do item)</a:t>
            </a:r>
          </a:p>
        </p:txBody>
      </p:sp>
      <p:pic>
        <p:nvPicPr>
          <p:cNvPr id="4" name="Picture 3" descr="arv_gfe_mulheres_40_59_fundamental_incompl_hiato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Negra — Mulheres, 40-59 anos, Fundamental incompl.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2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Mulheres, 40-59 anos, Fundamental compl.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fe_mulheres_40_59_fundamental_compl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Mulheres, 40-59 anos, Fundamental compl.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2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Mulheres, 40-59 anos, Fundamental compl.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(Indígena por célula sem amostra — ver heatmaps do item)</a:t>
            </a:r>
          </a:p>
        </p:txBody>
      </p:sp>
      <p:pic>
        <p:nvPicPr>
          <p:cNvPr id="4" name="Picture 3" descr="arv_gfe_mulheres_40_59_fundamental_compl_hiato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Negra — Mulheres, 40-59 anos, Fundamental compl.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2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Mulheres, 40-59 anos, Médio incompl.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fe_mulheres_40_59_medio_incompl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Mulheres, 40-59 anos, Médio incompl.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2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Mulheres, 40-59 anos, Médio incompl.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(Indígena por célula sem amostra — ver heatmaps do item)</a:t>
            </a:r>
          </a:p>
        </p:txBody>
      </p:sp>
      <p:pic>
        <p:nvPicPr>
          <p:cNvPr id="4" name="Picture 3" descr="arv_gfe_mulheres_40_59_medio_incompl_hiato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023" y="1536192"/>
            <a:ext cx="10665649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Negra — Mulheres, 40-59 anos, Médio incompl.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2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Mulheres, 40-59 anos, Médio compl.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fe_mulheres_40_59_medio_compl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Mulheres, 40-59 anos, Médio compl.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2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Mulheres, 40-59 anos, Médio compl.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(Indígena por célula sem amostra — ver heatmaps do item)</a:t>
            </a:r>
          </a:p>
        </p:txBody>
      </p:sp>
      <p:pic>
        <p:nvPicPr>
          <p:cNvPr id="4" name="Picture 3" descr="arv_gfe_mulheres_40_59_medio_compl_hiato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Negra — Mulheres, 40-59 anos, Médio compl.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2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Mulheres, 40-59 anos, Superior incompl.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fe_mulheres_40_59_superior_incompl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Mulheres, 40-59 anos, Superior incompl.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2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Mulheres, 40-59 anos, Superior incompl.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(Indígena por célula sem amostra — ver heatmaps do item)</a:t>
            </a:r>
          </a:p>
        </p:txBody>
      </p:sp>
      <p:pic>
        <p:nvPicPr>
          <p:cNvPr id="4" name="Picture 3" descr="arv_gfe_mulheres_40_59_superior_incompl_hiato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Negra — Mulheres, 40-59 anos, Superior incompl.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2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Mulheres, 40-59 anos, Superior compl.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fe_mulheres_40_59_superior_compl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966" y="1536192"/>
            <a:ext cx="10701763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Mulheres, 40-59 anos, Superior compl.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3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Mulheres, 40-59 anos, Superior compl.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(Indígena por célula sem amostra — ver heatmaps do item)</a:t>
            </a:r>
          </a:p>
        </p:txBody>
      </p:sp>
      <p:pic>
        <p:nvPicPr>
          <p:cNvPr id="4" name="Picture 3" descr="arv_gfe_mulheres_40_59_superior_compl_hiato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Negra — Mulheres, 40-59 anos, Superior compl.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3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Mulheres, 60+ anos, Sem instrução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fe_mulheres_60mais_sem_instrucao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Mulheres, 60+ anos, Sem instrução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3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Mulheres, 60+ anos, Sem instrução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(Indígena por célula sem amostra — ver heatmaps do item)</a:t>
            </a:r>
          </a:p>
        </p:txBody>
      </p:sp>
      <p:pic>
        <p:nvPicPr>
          <p:cNvPr id="4" name="Picture 3" descr="arv_gfe_mulheres_60mais_sem_instrucao_hiato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Negra — Mulheres, 60+ anos, Sem instrução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3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Mulheres, 60+ anos, Fundamental incompl.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fe_mulheres_60mais_fundamental_incompl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Mulheres, 60+ anos, Fundamental incompl.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3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Mulheres, 60+ anos, Fundamental incompl.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(Indígena por célula sem amostra — ver heatmaps do item)</a:t>
            </a:r>
          </a:p>
        </p:txBody>
      </p:sp>
      <p:pic>
        <p:nvPicPr>
          <p:cNvPr id="4" name="Picture 3" descr="arv_gfe_mulheres_60mais_fundamental_incompl_hiato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Negra — Mulheres, 60+ anos, Fundamental incompl.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3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Mulheres, 60+ anos, Fundamental compl.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fe_mulheres_60mais_fundamental_compl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Mulheres, 60+ anos, Fundamental compl.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3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Mulheres, 60+ anos, Fundamental compl.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(Indígena por célula sem amostra — ver heatmaps do item)</a:t>
            </a:r>
          </a:p>
        </p:txBody>
      </p:sp>
      <p:pic>
        <p:nvPicPr>
          <p:cNvPr id="4" name="Picture 3" descr="arv_gfe_mulheres_60mais_fundamental_compl_hiato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Negra — Mulheres, 60+ anos, Fundamental compl.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3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Mulheres, 60+ anos, Médio incompl.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fe_mulheres_60mais_medio_incompl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Mulheres, 60+ anos, Médio incompl.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3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Mulheres, 60+ anos, Médio incompl.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(Indígena por célula sem amostra — ver heatmaps do item)</a:t>
            </a:r>
          </a:p>
        </p:txBody>
      </p:sp>
      <p:pic>
        <p:nvPicPr>
          <p:cNvPr id="4" name="Picture 3" descr="arv_gfe_mulheres_60mais_medio_incompl_hiato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Negra — Mulheres, 60+ anos, Médio incompl.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3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Mulheres, 60+ anos, Médio compl.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fe_mulheres_60mais_medio_compl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Mulheres, 60+ anos, Médio compl.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3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Mulheres, 60+ anos, Médio compl.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(Indígena por célula sem amostra — ver heatmaps do item)</a:t>
            </a:r>
          </a:p>
        </p:txBody>
      </p:sp>
      <p:pic>
        <p:nvPicPr>
          <p:cNvPr id="4" name="Picture 3" descr="arv_gfe_mulheres_60mais_medio_compl_hiato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Negra — Mulheres, 60+ anos, Médio compl.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3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Mulheres, 60+ anos, Superior incompl.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fe_mulheres_60mais_superior_incompl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Mulheres, 60+ anos, Superior incompl.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3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Mulheres, 60+ anos, Superior incompl.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(Indígena por célula sem amostra — ver heatmaps do item)</a:t>
            </a:r>
          </a:p>
        </p:txBody>
      </p:sp>
      <p:pic>
        <p:nvPicPr>
          <p:cNvPr id="4" name="Picture 3" descr="arv_gfe_mulheres_60mais_superior_incompl_hiato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177" y="1536192"/>
            <a:ext cx="10601340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Negra — Mulheres, 60+ anos, Superior incompl.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3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Mulheres, 60+ anos, Superior compl.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fe_mulheres_60mais_superior_compl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Mulheres, 60+ anos, Superior compl.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3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Mulheres, 60+ anos, Superior compl.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(Indígena por célula sem amostra — ver heatmaps do item)</a:t>
            </a:r>
          </a:p>
        </p:txBody>
      </p:sp>
      <p:pic>
        <p:nvPicPr>
          <p:cNvPr id="4" name="Picture 3" descr="arv_gfe_mulheres_60mais_superior_compl_hiato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Negra — Mulheres, 60+ anos, Superior compl.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3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0175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5C4F3F"/>
                </a:solidFill>
              </a:defRPr>
            </a:pPr>
            <a:r>
              <a:t>Raça × Gênero × Faixa Etária × Escolaridade — Homens</a:t>
            </a:r>
          </a:p>
        </p:txBody>
      </p:sp>
    </p:spTree>
  </p:cSld>
  <p:clrMapOvr>
    <a:masterClrMapping/>
  </p:clrMapOvr>
</p:sld>
</file>

<file path=ppt/slides/slide3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Homens, 14-17 anos, Sem instrução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fe_homens_14_17_sem_instrucao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165" y="1536192"/>
            <a:ext cx="10649364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Homens, 14-17 anos, Sem instrução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3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Homens, 14-17 anos, Sem instrução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(Indígena por célula sem amostra — ver heatmaps do item)</a:t>
            </a:r>
          </a:p>
        </p:txBody>
      </p:sp>
      <p:pic>
        <p:nvPicPr>
          <p:cNvPr id="4" name="Picture 3" descr="arv_faixa_14_17_hiato_serie_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0902" y="1536192"/>
            <a:ext cx="8849890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Negra — Homens, 14-17 anos, Sem instrução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3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Homens, 14-17 anos, Fundamental incompl.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fe_homens_14_17_fundamental_incompl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Homens, 14-17 anos, Fundamental incompl.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3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Homens, 14-17 anos, Fundamental incompl.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(Indígena por célula sem amostra — ver heatmaps do item)</a:t>
            </a:r>
          </a:p>
        </p:txBody>
      </p:sp>
      <p:pic>
        <p:nvPicPr>
          <p:cNvPr id="4" name="Picture 3" descr="arv_gfe_homens_14_17_fundamental_incompl_hiato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Negra — Homens, 14-17 anos, Fundamental incompl.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3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Homens, 14-17 anos, Fundamental compl.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fe_homens_14_17_fundamental_compl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Homens, 14-17 anos, Fundamental compl.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3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Homens, 14-17 anos, Fundamental compl.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(Indígena por célula sem amostra — ver heatmaps do item)</a:t>
            </a:r>
          </a:p>
        </p:txBody>
      </p:sp>
      <p:pic>
        <p:nvPicPr>
          <p:cNvPr id="4" name="Picture 3" descr="arv_gfe_homens_14_17_fundamental_compl_hiato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Negra — Homens, 14-17 anos, Fundamental compl.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3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Homens, 14-17 anos, Médio incompl.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fe_homens_14_17_medio_incompl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Homens, 14-17 anos, Médio incompl.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3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Homens, 14-17 anos, Médio incompl.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(Indígena por célula sem amostra — ver heatmaps do item)</a:t>
            </a:r>
          </a:p>
        </p:txBody>
      </p:sp>
      <p:pic>
        <p:nvPicPr>
          <p:cNvPr id="4" name="Picture 3" descr="arv_gfe_homens_14_17_medio_incompl_hiato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Negra — Homens, 14-17 anos, Médio incompl.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3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Homens, 14-17 anos, Médio compl.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fe_homens_14_17_medio_compl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Homens, 14-17 anos, Médio compl.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3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Homens, 14-17 anos, Médio compl.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(Indígena por célula sem amostra — ver heatmaps do item)</a:t>
            </a:r>
          </a:p>
        </p:txBody>
      </p:sp>
      <p:pic>
        <p:nvPicPr>
          <p:cNvPr id="4" name="Picture 3" descr="arv_gfe_homens_14_17_medio_compl_hiato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Negra — Homens, 14-17 anos, Médio compl.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3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Homens, 14-17 anos, Superior incompl.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fe_homens_14_17_superior_incompl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165" y="1536192"/>
            <a:ext cx="10649364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Homens, 14-17 anos, Superior incompl.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3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Homens, 14-17 anos, Superior incompl.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(Indígena por célula sem amostra — ver heatmaps do item)</a:t>
            </a:r>
          </a:p>
        </p:txBody>
      </p:sp>
      <p:pic>
        <p:nvPicPr>
          <p:cNvPr id="4" name="Picture 3" descr="arv_faixa_14_17_hiato_serie_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0902" y="1536192"/>
            <a:ext cx="8849890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Negra — Homens, 14-17 anos, Superior incompl.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3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Homens, 14-17 anos, Superior compl.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faixa_14_17_hiato_serie_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0902" y="1536192"/>
            <a:ext cx="8849890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Homens, 14-17 anos, Superior compl.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3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Homens, 14-17 anos, Superior compl.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(Indígena por célula sem amostra — ver heatmaps do item)</a:t>
            </a:r>
          </a:p>
        </p:txBody>
      </p:sp>
      <p:pic>
        <p:nvPicPr>
          <p:cNvPr id="4" name="Picture 3" descr="arv_faixa_14_17_hiato_serie_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0902" y="1536192"/>
            <a:ext cx="8849890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Negra — Homens, 14-17 anos, Superior compl.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3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Homens, 18-24 anos, Sem instrução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fe_homens_18_24_sem_instrucao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Homens, 18-24 anos, Sem instrução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3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Homens, 18-24 anos, Sem instrução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(Indígena por célula sem amostra — ver heatmaps do item)</a:t>
            </a:r>
          </a:p>
        </p:txBody>
      </p:sp>
      <p:pic>
        <p:nvPicPr>
          <p:cNvPr id="4" name="Picture 3" descr="arv_gfe_homens_18_24_sem_instrucao_hiato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171" y="1536192"/>
            <a:ext cx="10625352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Negra — Homens, 18-24 anos, Sem instrução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3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Homens, 18-24 anos, Fundamental incompl.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fe_homens_18_24_fundamental_incompl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Homens, 18-24 anos, Fundamental incompl.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3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Homens, 18-24 anos, Fundamental incompl.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(Indígena por célula sem amostra — ver heatmaps do item)</a:t>
            </a:r>
          </a:p>
        </p:txBody>
      </p:sp>
      <p:pic>
        <p:nvPicPr>
          <p:cNvPr id="4" name="Picture 3" descr="arv_gfe_homens_18_24_fundamental_incompl_hiato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Negra — Homens, 18-24 anos, Fundamental incompl.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3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Homens, 18-24 anos, Fundamental compl.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fe_homens_18_24_fundamental_compl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Homens, 18-24 anos, Fundamental compl.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3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Homens, 18-24 anos, Fundamental compl.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(Indígena por célula sem amostra — ver heatmaps do item)</a:t>
            </a:r>
          </a:p>
        </p:txBody>
      </p:sp>
      <p:pic>
        <p:nvPicPr>
          <p:cNvPr id="4" name="Picture 3" descr="arv_gfe_homens_18_24_fundamental_compl_hiato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Negra — Homens, 18-24 anos, Fundamental compl.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3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Homens, 18-24 anos, Médio incompl.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fe_homens_18_24_medio_incompl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Homens, 18-24 anos, Médio incompl.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3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Homens, 18-24 anos, Médio incompl.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(Indígena por célula sem amostra — ver heatmaps do item)</a:t>
            </a:r>
          </a:p>
        </p:txBody>
      </p:sp>
      <p:pic>
        <p:nvPicPr>
          <p:cNvPr id="4" name="Picture 3" descr="arv_gfe_homens_18_24_medio_incompl_hiato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Negra — Homens, 18-24 anos, Médio incompl.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3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Homens, 18-24 anos, Médio compl.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fe_homens_18_24_medio_compl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Homens, 18-24 anos, Médio compl.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3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Homens, 18-24 anos, Médio compl.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(Indígena por célula sem amostra — ver heatmaps do item)</a:t>
            </a:r>
          </a:p>
        </p:txBody>
      </p:sp>
      <p:pic>
        <p:nvPicPr>
          <p:cNvPr id="4" name="Picture 3" descr="arv_gfe_homens_18_24_medio_compl_hiato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Negra — Homens, 18-24 anos, Médio compl.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3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Homens, 18-24 anos, Superior incompl.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fe_homens_18_24_superior_incompl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Homens, 18-24 anos, Superior incompl.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3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Homens, 18-24 anos, Superior incompl.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(Indígena por célula sem amostra — ver heatmaps do item)</a:t>
            </a:r>
          </a:p>
        </p:txBody>
      </p:sp>
      <p:pic>
        <p:nvPicPr>
          <p:cNvPr id="4" name="Picture 3" descr="arv_gfe_homens_18_24_superior_incompl_hiato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Negra — Homens, 18-24 anos, Superior incompl.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3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Homens, 18-24 anos, Superior compl.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fe_homens_18_24_superior_compl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Homens, 18-24 anos, Superior compl.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3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Homens, 18-24 anos, Superior compl.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(Indígena por célula sem amostra — ver heatmaps do item)</a:t>
            </a:r>
          </a:p>
        </p:txBody>
      </p:sp>
      <p:pic>
        <p:nvPicPr>
          <p:cNvPr id="4" name="Picture 3" descr="arv_gfe_homens_18_24_superior_compl_hiato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Negra — Homens, 18-24 anos, Superior compl.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3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Homens, 25-39 anos, Sem instrução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fe_homens_25_39_sem_instrucao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Homens, 25-39 anos, Sem instrução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3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Homens, 25-39 anos, Sem instrução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(Indígena por célula sem amostra — ver heatmaps do item)</a:t>
            </a:r>
          </a:p>
        </p:txBody>
      </p:sp>
      <p:pic>
        <p:nvPicPr>
          <p:cNvPr id="4" name="Picture 3" descr="arv_gfe_homens_25_39_sem_instrucao_hiato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Negra — Homens, 25-39 anos, Sem instrução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3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Homens, 25-39 anos, Fundamental incompl.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fe_homens_25_39_fundamental_incompl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Homens, 25-39 anos, Fundamental incompl.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3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Homens, 25-39 anos, Fundamental incompl.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(Indígena por célula sem amostra — ver heatmaps do item)</a:t>
            </a:r>
          </a:p>
        </p:txBody>
      </p:sp>
      <p:pic>
        <p:nvPicPr>
          <p:cNvPr id="4" name="Picture 3" descr="arv_gfe_homens_25_39_fundamental_incompl_hiato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Negra — Homens, 25-39 anos, Fundamental incompl.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3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Homens, 25-39 anos, Fundamental compl.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fe_homens_25_39_fundamental_compl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Homens, 25-39 anos, Fundamental compl.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3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Homens, 25-39 anos, Fundamental compl.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(Indígena por célula sem amostra — ver heatmaps do item)</a:t>
            </a:r>
          </a:p>
        </p:txBody>
      </p:sp>
      <p:pic>
        <p:nvPicPr>
          <p:cNvPr id="4" name="Picture 3" descr="arv_gfe_homens_25_39_fundamental_compl_hiato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Negra — Homens, 25-39 anos, Fundamental compl.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3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Homens, 25-39 anos, Médio incompl.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fe_homens_25_39_medio_incompl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Homens, 25-39 anos, Médio incompl.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3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Homens, 25-39 anos, Médio incompl.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(Indígena por célula sem amostra — ver heatmaps do item)</a:t>
            </a:r>
          </a:p>
        </p:txBody>
      </p:sp>
      <p:pic>
        <p:nvPicPr>
          <p:cNvPr id="4" name="Picture 3" descr="arv_gfe_homens_25_39_medio_incompl_hiato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Negra — Homens, 25-39 anos, Médio incompl.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3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Homens, 25-39 anos, Médio compl.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fe_homens_25_39_medio_compl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Homens, 25-39 anos, Médio compl.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3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Homens, 25-39 anos, Médio compl.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(Indígena por célula sem amostra — ver heatmaps do item)</a:t>
            </a:r>
          </a:p>
        </p:txBody>
      </p:sp>
      <p:pic>
        <p:nvPicPr>
          <p:cNvPr id="4" name="Picture 3" descr="arv_gfe_homens_25_39_medio_compl_hiato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Negra — Homens, 25-39 anos, Médio compl.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3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Homens, 25-39 anos, Superior incompl.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fe_homens_25_39_superior_incompl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Homens, 25-39 anos, Superior incompl.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3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Homens, 25-39 anos, Superior incompl.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(Indígena por célula sem amostra — ver heatmaps do item)</a:t>
            </a:r>
          </a:p>
        </p:txBody>
      </p:sp>
      <p:pic>
        <p:nvPicPr>
          <p:cNvPr id="4" name="Picture 3" descr="arv_gfe_homens_25_39_superior_incompl_hiato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Negra — Homens, 25-39 anos, Superior incompl.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3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Homens, 25-39 anos, Superior compl.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fe_homens_25_39_superior_compl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Homens, 25-39 anos, Superior compl.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3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Homens, 25-39 anos, Superior compl.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(Indígena por célula sem amostra — ver heatmaps do item)</a:t>
            </a:r>
          </a:p>
        </p:txBody>
      </p:sp>
      <p:pic>
        <p:nvPicPr>
          <p:cNvPr id="4" name="Picture 3" descr="arv_gfe_homens_25_39_superior_compl_hiato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Negra — Homens, 25-39 anos, Superior compl.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3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Homens, 40-59 anos, Sem instrução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fe_homens_40_59_sem_instrucao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Homens, 40-59 anos, Sem instrução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3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Homens, 40-59 anos, Sem instrução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(Indígena por célula sem amostra — ver heatmaps do item)</a:t>
            </a:r>
          </a:p>
        </p:txBody>
      </p:sp>
      <p:pic>
        <p:nvPicPr>
          <p:cNvPr id="4" name="Picture 3" descr="arv_gfe_homens_40_59_sem_instrucao_hiato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023" y="1536192"/>
            <a:ext cx="10665649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Negra — Homens, 40-59 anos, Sem instrução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3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Homens, 40-59 anos, Fundamental incompl.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fe_homens_40_59_fundamental_incompl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Homens, 40-59 anos, Fundamental incompl.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3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Homens, 40-59 anos, Fundamental incompl.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(Indígena por célula sem amostra — ver heatmaps do item)</a:t>
            </a:r>
          </a:p>
        </p:txBody>
      </p:sp>
      <p:pic>
        <p:nvPicPr>
          <p:cNvPr id="4" name="Picture 3" descr="arv_gfe_homens_40_59_fundamental_incompl_hiato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Negra — Homens, 40-59 anos, Fundamental incompl.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3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Homens, 40-59 anos, Fundamental compl.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fe_homens_40_59_fundamental_compl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Homens, 40-59 anos, Fundamental compl.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3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Homens, 40-59 anos, Fundamental compl.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(Indígena por célula sem amostra — ver heatmaps do item)</a:t>
            </a:r>
          </a:p>
        </p:txBody>
      </p:sp>
      <p:pic>
        <p:nvPicPr>
          <p:cNvPr id="4" name="Picture 3" descr="arv_gfe_homens_40_59_fundamental_compl_hiato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Negra — Homens, 40-59 anos, Fundamental compl.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3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Homens, 40-59 anos, Médio incompl.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fe_homens_40_59_medio_incompl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966" y="1536192"/>
            <a:ext cx="10701763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Homens, 40-59 anos, Médio incompl.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3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Homens, 40-59 anos, Médio incompl.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(Indígena por célula sem amostra — ver heatmaps do item)</a:t>
            </a:r>
          </a:p>
        </p:txBody>
      </p:sp>
      <p:pic>
        <p:nvPicPr>
          <p:cNvPr id="4" name="Picture 3" descr="arv_gfe_homens_40_59_medio_incompl_hiato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Negra — Homens, 40-59 anos, Médio incompl.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3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Homens, 40-59 anos, Médio compl.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fe_homens_40_59_medio_compl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966" y="1536192"/>
            <a:ext cx="10701763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Homens, 40-59 anos, Médio compl.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3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Homens, 40-59 anos, Médio compl.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(Indígena por célula sem amostra — ver heatmaps do item)</a:t>
            </a:r>
          </a:p>
        </p:txBody>
      </p:sp>
      <p:pic>
        <p:nvPicPr>
          <p:cNvPr id="4" name="Picture 3" descr="arv_gfe_homens_40_59_medio_compl_hiato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Negra — Homens, 40-59 anos, Médio compl.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3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Homens, 40-59 anos, Superior incompl.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fe_homens_40_59_superior_incompl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Homens, 40-59 anos, Superior incompl.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3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Homens, 40-59 anos, Superior incompl.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(Indígena por célula sem amostra — ver heatmaps do item)</a:t>
            </a:r>
          </a:p>
        </p:txBody>
      </p:sp>
      <p:pic>
        <p:nvPicPr>
          <p:cNvPr id="4" name="Picture 3" descr="arv_gfe_homens_40_59_superior_incompl_hiato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Negra — Homens, 40-59 anos, Superior incompl.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3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Homens, 40-59 anos, Superior compl.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fe_homens_40_59_superior_compl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Homens, 40-59 anos, Superior compl.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3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Homens, 40-59 anos, Superior compl.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(Indígena por célula sem amostra — ver heatmaps do item)</a:t>
            </a:r>
          </a:p>
        </p:txBody>
      </p:sp>
      <p:pic>
        <p:nvPicPr>
          <p:cNvPr id="4" name="Picture 3" descr="arv_gfe_homens_40_59_superior_compl_hiato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Negra — Homens, 40-59 anos, Superior compl.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3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Homens, 60+ anos, Sem instrução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fe_homens_60mais_sem_instrucao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Homens, 60+ anos, Sem instrução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3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Homens, 60+ anos, Sem instrução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(Indígena por célula sem amostra — ver heatmaps do item)</a:t>
            </a:r>
          </a:p>
        </p:txBody>
      </p:sp>
      <p:pic>
        <p:nvPicPr>
          <p:cNvPr id="4" name="Picture 3" descr="arv_gfe_homens_60mais_sem_instrucao_hiato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Negra — Homens, 60+ anos, Sem instrução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3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Homens, 60+ anos, Fundamental incompl.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fe_homens_60mais_fundamental_incompl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Homens, 60+ anos, Fundamental incompl.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3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Homens, 60+ anos, Fundamental incompl.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(Indígena por célula sem amostra — ver heatmaps do item)</a:t>
            </a:r>
          </a:p>
        </p:txBody>
      </p:sp>
      <p:pic>
        <p:nvPicPr>
          <p:cNvPr id="4" name="Picture 3" descr="arv_gfe_homens_60mais_fundamental_incompl_hiato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Negra — Homens, 60+ anos, Fundamental incompl.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3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Homens, 60+ anos, Fundamental compl.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fe_homens_60mais_fundamental_compl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Homens, 60+ anos, Fundamental compl.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3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Homens, 60+ anos, Fundamental compl.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(Indígena por célula sem amostra — ver heatmaps do item)</a:t>
            </a:r>
          </a:p>
        </p:txBody>
      </p:sp>
      <p:pic>
        <p:nvPicPr>
          <p:cNvPr id="4" name="Picture 3" descr="arv_gfe_homens_60mais_fundamental_compl_hiato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Negra — Homens, 60+ anos, Fundamental compl.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3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Homens, 60+ anos, Médio incompl.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fe_homens_60mais_medio_incompl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Homens, 60+ anos, Médio incompl.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3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Homens, 60+ anos, Médio incompl.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(Indígena por célula sem amostra — ver heatmaps do item)</a:t>
            </a:r>
          </a:p>
        </p:txBody>
      </p:sp>
      <p:pic>
        <p:nvPicPr>
          <p:cNvPr id="4" name="Picture 3" descr="arv_gfe_homens_60mais_medio_incompl_hiato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Negra — Homens, 60+ anos, Médio incompl.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3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Homens, 60+ anos, Médio compl.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fe_homens_60mais_medio_compl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Homens, 60+ anos, Médio compl.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3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Homens, 60+ anos, Médio compl.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(Indígena por célula sem amostra — ver heatmaps do item)</a:t>
            </a:r>
          </a:p>
        </p:txBody>
      </p:sp>
      <p:pic>
        <p:nvPicPr>
          <p:cNvPr id="4" name="Picture 3" descr="arv_gfe_homens_60mais_medio_compl_hiato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Negra — Homens, 60+ anos, Médio compl.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3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Homens, 60+ anos, Superior incompl.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fe_homens_60mais_superior_incompl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Homens, 60+ anos, Superior incompl.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3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Homens, 60+ anos, Superior incompl.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(Indígena por célula sem amostra — ver heatmaps do item)</a:t>
            </a:r>
          </a:p>
        </p:txBody>
      </p:sp>
      <p:pic>
        <p:nvPicPr>
          <p:cNvPr id="4" name="Picture 3" descr="arv_gfe_homens_60mais_superior_incompl_hiato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171" y="1536192"/>
            <a:ext cx="10625352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Negra — Homens, 60+ anos, Superior incompl.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3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Homens, 60+ anos, Superior compl.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fe_homens_60mais_superior_compl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Homens, 60+ anos, Superior compl.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3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Homens, 60+ anos, Superior compl.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(Indígena por célula sem amostra — ver heatmaps do item)</a:t>
            </a:r>
          </a:p>
        </p:txBody>
      </p:sp>
      <p:pic>
        <p:nvPicPr>
          <p:cNvPr id="4" name="Picture 3" descr="arv_gfe_homens_60mais_superior_compl_hiato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Negra — Homens, 60+ anos, Superior compl.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3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0175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5C4F3F"/>
                </a:solidFill>
              </a:defRPr>
            </a:pPr>
            <a:r>
              <a:t>Raça × Gênero × Faixa Etária × Escolaridade — Mulheres</a:t>
            </a:r>
          </a:p>
        </p:txBody>
      </p:sp>
    </p:spTree>
  </p:cSld>
  <p:clrMapOvr>
    <a:masterClrMapping/>
  </p:clrMapOvr>
</p:sld>
</file>

<file path=ppt/slides/slide3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Branca vs. Negra — Mulheres: faixa etaria × escolaridade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% de diferença de renda · Welch: *** p&lt;0,001  ** p&lt;0,01  * p&lt;0,05  ·  n.s. = não signif. · 2º tri. 2026 · só mulheres</a:t>
            </a:r>
          </a:p>
        </p:txBody>
      </p:sp>
      <p:pic>
        <p:nvPicPr>
          <p:cNvPr id="4" name="Picture 3" descr="arv_gfe_mulheres_hiato_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2867" y="1536192"/>
            <a:ext cx="8565961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Negra por faixa etaria e escolaridade, só mulheres — 2º tri. 2026.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3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Branca vs. Indígena — Mulheres: faixa etaria × escolaridade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% de diferença de renda · Welch: *** p&lt;0,001  ** p&lt;0,01  * p&lt;0,05  ·  n.s. = não signif. · 2º tri. 2026 · só mulheres</a:t>
            </a:r>
          </a:p>
        </p:txBody>
      </p:sp>
      <p:pic>
        <p:nvPicPr>
          <p:cNvPr id="4" name="Picture 3" descr="arv_gfe_mulheres_hiato_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2867" y="1536192"/>
            <a:ext cx="8565961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Indígena por faixa etaria e escolaridade, só mulheres — 2º tri. 2026.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3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0175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5C4F3F"/>
                </a:solidFill>
              </a:defRPr>
            </a:pPr>
            <a:r>
              <a:t>Raça × Gênero × Faixa Etária × Escolaridade — Homens</a:t>
            </a:r>
          </a:p>
        </p:txBody>
      </p:sp>
    </p:spTree>
  </p:cSld>
  <p:clrMapOvr>
    <a:masterClrMapping/>
  </p:clrMapOvr>
</p:sld>
</file>

<file path=ppt/slides/slide3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Branca vs. Negra — Homens: faixa etaria × escolaridade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% de diferença de renda · Welch: *** p&lt;0,001  ** p&lt;0,01  * p&lt;0,05  ·  n.s. = não signif. · 2º tri. 2026 · só homens</a:t>
            </a:r>
          </a:p>
        </p:txBody>
      </p:sp>
      <p:pic>
        <p:nvPicPr>
          <p:cNvPr id="4" name="Picture 3" descr="arv_gfe_homens_hiato_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2867" y="1536192"/>
            <a:ext cx="8565961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Negra por faixa etaria e escolaridade, só homens — 2º tri. 2026.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3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Branca vs. Indígena — Homens: faixa etaria × escolaridade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% de diferença de renda · Welch: *** p&lt;0,001  ** p&lt;0,01  * p&lt;0,05  ·  n.s. = não signif. · 2º tri. 2026 · só homens</a:t>
            </a:r>
          </a:p>
        </p:txBody>
      </p:sp>
      <p:pic>
        <p:nvPicPr>
          <p:cNvPr id="4" name="Picture 3" descr="arv_gfe_homens_hiato_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2867" y="1536192"/>
            <a:ext cx="8565961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Indígena por faixa etaria e escolaridade, só homens — 2º tri. 2026.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3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D9086"/>
                </a:solidFill>
              </a:defRPr>
            </a:pPr>
            <a:r>
              <a:t>10. Raça × Gênero × Geração × Escolaridade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84048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5C4F3F"/>
                </a:solidFill>
              </a:defRPr>
            </a:pPr>
            <a:r>
              <a:t>56 de renda · 60 de hiato · Quebra CRUZADA gênero×geração×escolaridade — 56 células.</a:t>
            </a:r>
          </a:p>
        </p:txBody>
      </p:sp>
    </p:spTree>
  </p:cSld>
  <p:clrMapOvr>
    <a:masterClrMapping/>
  </p:clrMapOvr>
</p:sld>
</file>

<file path=ppt/slides/slide3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0175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5C4F3F"/>
                </a:solidFill>
              </a:defRPr>
            </a:pPr>
            <a:r>
              <a:t>Raça × Gênero × Geração × Escolaridade — Mulheres</a:t>
            </a:r>
          </a:p>
        </p:txBody>
      </p:sp>
    </p:spTree>
  </p:cSld>
  <p:clrMapOvr>
    <a:masterClrMapping/>
  </p:clrMapOvr>
</p:sld>
</file>

<file path=ppt/slides/slide3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Mulheres, Baby Boomer, Sem instrução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ge2_mulheres_baby_boomer_sem_instrucao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Mulheres, Baby Boomer, Sem instrução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3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Mulheres, Baby Boomer, Sem instrução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(Indígena por célula sem amostra — ver heatmaps do item)</a:t>
            </a:r>
          </a:p>
        </p:txBody>
      </p:sp>
      <p:pic>
        <p:nvPicPr>
          <p:cNvPr id="4" name="Picture 3" descr="arv_gge2_mulheres_baby_boomer_sem_instrucao_hiato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Negra — Mulheres, Baby Boomer, Sem instrução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3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Mulheres, Baby Boomer, Fundamental incompl.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ge2_mulheres_baby_boomer_fundamental_incompl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966" y="1536192"/>
            <a:ext cx="10701763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Mulheres, Baby Boomer, Fundamental incompl.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3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Mulheres, Baby Boomer, Fundamental incompl.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(Indígena por célula sem amostra — ver heatmaps do item)</a:t>
            </a:r>
          </a:p>
        </p:txBody>
      </p:sp>
      <p:pic>
        <p:nvPicPr>
          <p:cNvPr id="4" name="Picture 3" descr="arv_gge2_mulheres_baby_boomer_fundamental_incompl_hiato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023" y="1536192"/>
            <a:ext cx="10665649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Negra — Mulheres, Baby Boomer, Fundamental incompl.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3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Mulheres, Baby Boomer, Fundamental compl.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ge2_mulheres_baby_boomer_fundamental_compl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Mulheres, Baby Boomer, Fundamental compl.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3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Mulheres, Baby Boomer, Fundamental compl.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(Indígena por célula sem amostra — ver heatmaps do item)</a:t>
            </a:r>
          </a:p>
        </p:txBody>
      </p:sp>
      <p:pic>
        <p:nvPicPr>
          <p:cNvPr id="4" name="Picture 3" descr="arv_gge2_mulheres_baby_boomer_fundamental_compl_hiato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Negra — Mulheres, Baby Boomer, Fundamental compl.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4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Mulheres, Baby Boomer, Médio incompl.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ge2_mulheres_baby_boomer_medio_incompl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Mulheres, Baby Boomer, Médio incompl.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4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Mulheres, Baby Boomer, Médio incompl.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(Indígena por célula sem amostra — ver heatmaps do item)</a:t>
            </a:r>
          </a:p>
        </p:txBody>
      </p:sp>
      <p:pic>
        <p:nvPicPr>
          <p:cNvPr id="4" name="Picture 3" descr="arv_gge2_mulheres_baby_boomer_medio_incompl_hiato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Negra — Mulheres, Baby Boomer, Médio incompl.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4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Mulheres, Baby Boomer, Médio compl.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ge2_mulheres_baby_boomer_medio_compl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Mulheres, Baby Boomer, Médio compl.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4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Mulheres, Baby Boomer, Médio compl.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(Indígena por célula sem amostra — ver heatmaps do item)</a:t>
            </a:r>
          </a:p>
        </p:txBody>
      </p:sp>
      <p:pic>
        <p:nvPicPr>
          <p:cNvPr id="4" name="Picture 3" descr="arv_gge2_mulheres_baby_boomer_medio_compl_hiato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Negra — Mulheres, Baby Boomer, Médio compl.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4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Mulheres, Baby Boomer, Superior incompl.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ge2_mulheres_baby_boomer_superior_incompl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165" y="1536192"/>
            <a:ext cx="10649364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Mulheres, Baby Boomer, Superior incompl.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4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Mulheres, Baby Boomer, Superior incompl.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(Indígena por célula sem amostra — ver heatmaps do item)</a:t>
            </a:r>
          </a:p>
        </p:txBody>
      </p:sp>
      <p:pic>
        <p:nvPicPr>
          <p:cNvPr id="4" name="Picture 3" descr="arv_gge2_mulheres_baby_boomer_superior_incompl_hiato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Negra — Mulheres, Baby Boomer, Superior incompl.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4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Mulheres, Baby Boomer, Superior compl.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ge2_mulheres_baby_boomer_superior_compl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Mulheres, Baby Boomer, Superior compl.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4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Mulheres, Baby Boomer, Superior compl.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(Indígena por célula sem amostra — ver heatmaps do item)</a:t>
            </a:r>
          </a:p>
        </p:txBody>
      </p:sp>
      <p:pic>
        <p:nvPicPr>
          <p:cNvPr id="4" name="Picture 3" descr="arv_gge2_mulheres_baby_boomer_superior_compl_hiato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Negra — Mulheres, Baby Boomer, Superior compl.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4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Mulheres, Geração X, Sem instrução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ge2_mulheres_geracao_x_sem_instrucao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Mulheres, Geração X, Sem instrução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4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Mulheres, Geração X, Sem instrução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(Indígena por célula sem amostra — ver heatmaps do item)</a:t>
            </a:r>
          </a:p>
        </p:txBody>
      </p:sp>
      <p:pic>
        <p:nvPicPr>
          <p:cNvPr id="4" name="Picture 3" descr="arv_gge2_mulheres_geracao_x_sem_instrucao_hiato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Negra — Mulheres, Geração X, Sem instrução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4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Mulheres, Geração X, Fundamental incompl.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ge2_mulheres_geracao_x_fundamental_incompl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Mulheres, Geração X, Fundamental incompl.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4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Mulheres, Geração X, Fundamental incompl.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(Indígena por célula sem amostra — ver heatmaps do item)</a:t>
            </a:r>
          </a:p>
        </p:txBody>
      </p:sp>
      <p:pic>
        <p:nvPicPr>
          <p:cNvPr id="4" name="Picture 3" descr="arv_gge2_mulheres_geracao_x_fundamental_incompl_hiato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Negra — Mulheres, Geração X, Fundamental incompl.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4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Mulheres, Geração X, Fundamental compl.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ge2_mulheres_geracao_x_fundamental_compl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Mulheres, Geração X, Fundamental compl.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4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Mulheres, Geração X, Fundamental compl.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(Indígena por célula sem amostra — ver heatmaps do item)</a:t>
            </a:r>
          </a:p>
        </p:txBody>
      </p:sp>
      <p:pic>
        <p:nvPicPr>
          <p:cNvPr id="4" name="Picture 3" descr="arv_gge2_mulheres_geracao_x_fundamental_compl_hiato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023" y="1536192"/>
            <a:ext cx="10665649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Negra — Mulheres, Geração X, Fundamental compl.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4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Mulheres, Geração X, Médio incompl.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ge2_mulheres_geracao_x_medio_incompl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Mulheres, Geração X, Médio incompl.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4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Mulheres, Geração X, Médio incompl.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(Indígena por célula sem amostra — ver heatmaps do item)</a:t>
            </a:r>
          </a:p>
        </p:txBody>
      </p:sp>
      <p:pic>
        <p:nvPicPr>
          <p:cNvPr id="4" name="Picture 3" descr="arv_gge2_mulheres_geracao_x_medio_incompl_hiato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Negra — Mulheres, Geração X, Médio incompl.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4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Mulheres, Geração X, Médio compl.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ge2_mulheres_geracao_x_medio_compl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Mulheres, Geração X, Médio compl.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4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Mulheres, Geração X, Médio compl.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(Indígena por célula sem amostra — ver heatmaps do item)</a:t>
            </a:r>
          </a:p>
        </p:txBody>
      </p:sp>
      <p:pic>
        <p:nvPicPr>
          <p:cNvPr id="4" name="Picture 3" descr="arv_gge2_mulheres_geracao_x_medio_compl_hiato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Negra — Mulheres, Geração X, Médio compl.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4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Mulheres, Geração X, Superior incompl.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ge2_mulheres_geracao_x_superior_incompl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Mulheres, Geração X, Superior incompl.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4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Mulheres, Geração X, Superior incompl.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(Indígena por célula sem amostra — ver heatmaps do item)</a:t>
            </a:r>
          </a:p>
        </p:txBody>
      </p:sp>
      <p:pic>
        <p:nvPicPr>
          <p:cNvPr id="4" name="Picture 3" descr="arv_gge2_mulheres_geracao_x_superior_incompl_hiato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Negra — Mulheres, Geração X, Superior incompl.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4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Mulheres, Geração X, Superior compl.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ge2_mulheres_geracao_x_superior_compl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Mulheres, Geração X, Superior compl.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4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Mulheres, Geração X, Superior compl.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(Indígena por célula sem amostra — ver heatmaps do item)</a:t>
            </a:r>
          </a:p>
        </p:txBody>
      </p:sp>
      <p:pic>
        <p:nvPicPr>
          <p:cNvPr id="4" name="Picture 3" descr="arv_gge2_mulheres_geracao_x_superior_compl_hiato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Negra — Mulheres, Geração X, Superior compl.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4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Mulheres, Millennial, Sem instrução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ge2_mulheres_millennial_sem_instrucao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Mulheres, Millennial, Sem instrução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4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Mulheres, Millennial, Sem instrução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(Indígena por célula sem amostra — ver heatmaps do item)</a:t>
            </a:r>
          </a:p>
        </p:txBody>
      </p:sp>
      <p:pic>
        <p:nvPicPr>
          <p:cNvPr id="4" name="Picture 3" descr="arv_gge2_mulheres_millennial_sem_instrucao_hiato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Negra — Mulheres, Millennial, Sem instrução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4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Mulheres, Millennial, Fundamental incompl.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ge2_mulheres_millennial_fundamental_incompl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Mulheres, Millennial, Fundamental incompl.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4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Mulheres, Millennial, Fundamental incompl.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(Indígena por célula sem amostra — ver heatmaps do item)</a:t>
            </a:r>
          </a:p>
        </p:txBody>
      </p:sp>
      <p:pic>
        <p:nvPicPr>
          <p:cNvPr id="4" name="Picture 3" descr="arv_gge2_mulheres_millennial_fundamental_incompl_hiato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Negra — Mulheres, Millennial, Fundamental incompl.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4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Mulheres, Millennial, Fundamental compl.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ge2_mulheres_millennial_fundamental_compl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Mulheres, Millennial, Fundamental compl.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4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Mulheres, Millennial, Fundamental compl.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(Indígena por célula sem amostra — ver heatmaps do item)</a:t>
            </a:r>
          </a:p>
        </p:txBody>
      </p:sp>
      <p:pic>
        <p:nvPicPr>
          <p:cNvPr id="4" name="Picture 3" descr="arv_gge2_mulheres_millennial_fundamental_compl_hiato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Negra — Mulheres, Millennial, Fundamental compl.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4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Mulheres, Millennial, Médio incompl.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ge2_mulheres_millennial_medio_incompl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Mulheres, Millennial, Médio incompl.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4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Mulheres, Millennial, Médio incompl.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(Indígena por célula sem amostra — ver heatmaps do item)</a:t>
            </a:r>
          </a:p>
        </p:txBody>
      </p:sp>
      <p:pic>
        <p:nvPicPr>
          <p:cNvPr id="4" name="Picture 3" descr="arv_gge2_mulheres_millennial_medio_incompl_hiato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Negra — Mulheres, Millennial, Médio incompl.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4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Mulheres, Millennial, Médio compl.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ge2_mulheres_millennial_medio_compl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Mulheres, Millennial, Médio compl.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4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Mulheres, Millennial, Médio compl.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(Indígena por célula sem amostra — ver heatmaps do item)</a:t>
            </a:r>
          </a:p>
        </p:txBody>
      </p:sp>
      <p:pic>
        <p:nvPicPr>
          <p:cNvPr id="4" name="Picture 3" descr="arv_gge2_mulheres_millennial_medio_compl_hiato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Negra — Mulheres, Millennial, Médio compl.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4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Mulheres, Millennial, Superior incompl.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ge2_mulheres_millennial_superior_incompl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Mulheres, Millennial, Superior incompl.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4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Mulheres, Millennial, Superior incompl.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(Indígena por célula sem amostra — ver heatmaps do item)</a:t>
            </a:r>
          </a:p>
        </p:txBody>
      </p:sp>
      <p:pic>
        <p:nvPicPr>
          <p:cNvPr id="4" name="Picture 3" descr="arv_gge2_mulheres_millennial_superior_incompl_hiato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Negra — Mulheres, Millennial, Superior incompl.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4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Mulheres, Millennial, Superior compl.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ge2_mulheres_millennial_superior_compl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Mulheres, Millennial, Superior compl.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4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Mulheres, Millennial, Superior compl.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(Indígena por célula sem amostra — ver heatmaps do item)</a:t>
            </a:r>
          </a:p>
        </p:txBody>
      </p:sp>
      <p:pic>
        <p:nvPicPr>
          <p:cNvPr id="4" name="Picture 3" descr="arv_gge2_mulheres_millennial_superior_compl_hiato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Negra — Mulheres, Millennial, Superior compl.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4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Mulheres, Geração Z, Sem instrução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ge2_mulheres_geracao_z_sem_instrucao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Mulheres, Geração Z, Sem instrução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4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Mulheres, Geração Z, Sem instrução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(Indígena por célula sem amostra — ver heatmaps do item)</a:t>
            </a:r>
          </a:p>
        </p:txBody>
      </p:sp>
      <p:pic>
        <p:nvPicPr>
          <p:cNvPr id="4" name="Picture 3" descr="arv_faixa_14_17_hiato_serie_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0902" y="1536192"/>
            <a:ext cx="8849890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Negra — Mulheres, Geração Z, Sem instrução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4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Mulheres, Geração Z, Fundamental incompl.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ge2_mulheres_geracao_z_fundamental_incompl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Mulheres, Geração Z, Fundamental incompl.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4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Mulheres, Geração Z, Fundamental incompl.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(Indígena por célula sem amostra — ver heatmaps do item)</a:t>
            </a:r>
          </a:p>
        </p:txBody>
      </p:sp>
      <p:pic>
        <p:nvPicPr>
          <p:cNvPr id="4" name="Picture 3" descr="arv_gge2_mulheres_geracao_z_fundamental_incompl_hiato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Negra — Mulheres, Geração Z, Fundamental incompl.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4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Mulheres, Geração Z, Fundamental compl.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ge2_mulheres_geracao_z_fundamental_compl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Mulheres, Geração Z, Fundamental compl.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4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Mulheres, Geração Z, Fundamental compl.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(Indígena por célula sem amostra — ver heatmaps do item)</a:t>
            </a:r>
          </a:p>
        </p:txBody>
      </p:sp>
      <p:pic>
        <p:nvPicPr>
          <p:cNvPr id="4" name="Picture 3" descr="arv_gge2_mulheres_geracao_z_fundamental_compl_hiato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Negra — Mulheres, Geração Z, Fundamental compl.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4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Mulheres, Geração Z, Médio incompl.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ge2_mulheres_geracao_z_medio_incompl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Mulheres, Geração Z, Médio incompl.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4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Mulheres, Geração Z, Médio incompl.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(Indígena por célula sem amostra — ver heatmaps do item)</a:t>
            </a:r>
          </a:p>
        </p:txBody>
      </p:sp>
      <p:pic>
        <p:nvPicPr>
          <p:cNvPr id="4" name="Picture 3" descr="arv_gge2_mulheres_geracao_z_medio_incompl_hiato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Negra — Mulheres, Geração Z, Médio incompl.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4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Mulheres, Geração Z, Médio compl.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ge2_mulheres_geracao_z_medio_compl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162" y="1536192"/>
            <a:ext cx="10661370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Mulheres, Geração Z, Médio compl.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4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Mulheres, Geração Z, Médio compl.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(Indígena por célula sem amostra — ver heatmaps do item)</a:t>
            </a:r>
          </a:p>
        </p:txBody>
      </p:sp>
      <p:pic>
        <p:nvPicPr>
          <p:cNvPr id="4" name="Picture 3" descr="arv_gge2_mulheres_geracao_z_medio_compl_hiato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174" y="1536192"/>
            <a:ext cx="1061334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Negra — Mulheres, Geração Z, Médio compl.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4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Mulheres, Geração Z, Superior incompl.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ge2_mulheres_geracao_z_superior_incompl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162" y="1536192"/>
            <a:ext cx="10661370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Mulheres, Geração Z, Superior incompl.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4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Mulheres, Geração Z, Superior incompl.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(Indígena por célula sem amostra — ver heatmaps do item)</a:t>
            </a:r>
          </a:p>
        </p:txBody>
      </p:sp>
      <p:pic>
        <p:nvPicPr>
          <p:cNvPr id="4" name="Picture 3" descr="arv_gge2_mulheres_geracao_z_superior_incompl_hiato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174" y="1536192"/>
            <a:ext cx="1061334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Negra — Mulheres, Geração Z, Superior incompl.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4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Mulheres, Geração Z, Superior compl.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ge2_mulheres_geracao_z_superior_compl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165" y="1536192"/>
            <a:ext cx="10649364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Mulheres, Geração Z, Superior compl.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4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Mulheres, Geração Z, Superior compl.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(Indígena por célula sem amostra — ver heatmaps do item)</a:t>
            </a:r>
          </a:p>
        </p:txBody>
      </p:sp>
      <p:pic>
        <p:nvPicPr>
          <p:cNvPr id="4" name="Picture 3" descr="arv_gge2_mulheres_geracao_z_superior_compl_hiato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186" y="1536192"/>
            <a:ext cx="10565322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Negra — Mulheres, Geração Z, Superior compl.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4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0175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5C4F3F"/>
                </a:solidFill>
              </a:defRPr>
            </a:pPr>
            <a:r>
              <a:t>Raça × Gênero × Geração × Escolaridade — Homens</a:t>
            </a:r>
          </a:p>
        </p:txBody>
      </p:sp>
    </p:spTree>
  </p:cSld>
  <p:clrMapOvr>
    <a:masterClrMapping/>
  </p:clrMapOvr>
</p:sld>
</file>

<file path=ppt/slides/slide4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Homens, Baby Boomer, Sem instrução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ge2_homens_baby_boomer_sem_instrucao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Homens, Baby Boomer, Sem instrução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4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Homens, Baby Boomer, Sem instrução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(Indígena por célula sem amostra — ver heatmaps do item)</a:t>
            </a:r>
          </a:p>
        </p:txBody>
      </p:sp>
      <p:pic>
        <p:nvPicPr>
          <p:cNvPr id="4" name="Picture 3" descr="arv_gge2_homens_baby_boomer_sem_instrucao_hiato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Negra — Homens, Baby Boomer, Sem instrução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4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Homens, Baby Boomer, Fundamental incompl.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ge2_homens_baby_boomer_fundamental_incompl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Homens, Baby Boomer, Fundamental incompl.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4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Homens, Baby Boomer, Fundamental incompl.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(Indígena por célula sem amostra — ver heatmaps do item)</a:t>
            </a:r>
          </a:p>
        </p:txBody>
      </p:sp>
      <p:pic>
        <p:nvPicPr>
          <p:cNvPr id="4" name="Picture 3" descr="arv_gge2_homens_baby_boomer_fundamental_incompl_hiato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Negra — Homens, Baby Boomer, Fundamental incompl.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4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Homens, Baby Boomer, Fundamental compl.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ge2_homens_baby_boomer_fundamental_compl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Homens, Baby Boomer, Fundamental compl.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4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Homens, Baby Boomer, Fundamental compl.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(Indígena por célula sem amostra — ver heatmaps do item)</a:t>
            </a:r>
          </a:p>
        </p:txBody>
      </p:sp>
      <p:pic>
        <p:nvPicPr>
          <p:cNvPr id="4" name="Picture 3" descr="arv_gge2_homens_baby_boomer_fundamental_compl_hiato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Negra — Homens, Baby Boomer, Fundamental compl.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4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Homens, Baby Boomer, Médio incompl.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ge2_homens_baby_boomer_medio_incompl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Homens, Baby Boomer, Médio incompl.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4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Homens, Baby Boomer, Médio incompl.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(Indígena por célula sem amostra — ver heatmaps do item)</a:t>
            </a:r>
          </a:p>
        </p:txBody>
      </p:sp>
      <p:pic>
        <p:nvPicPr>
          <p:cNvPr id="4" name="Picture 3" descr="arv_gge2_homens_baby_boomer_medio_incompl_hiato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Negra — Homens, Baby Boomer, Médio incompl.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4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Homens, Baby Boomer, Médio compl.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ge2_homens_baby_boomer_medio_compl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Homens, Baby Boomer, Médio compl.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4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Homens, Baby Boomer, Médio compl.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(Indígena por célula sem amostra — ver heatmaps do item)</a:t>
            </a:r>
          </a:p>
        </p:txBody>
      </p:sp>
      <p:pic>
        <p:nvPicPr>
          <p:cNvPr id="4" name="Picture 3" descr="arv_gge2_homens_baby_boomer_medio_compl_hiato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023" y="1536192"/>
            <a:ext cx="10665649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Negra — Homens, Baby Boomer, Médio compl.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4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Homens, Baby Boomer, Superior incompl.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ge2_homens_baby_boomer_superior_incompl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Homens, Baby Boomer, Superior incompl.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4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Homens, Baby Boomer, Superior incompl.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(Indígena por célula sem amostra — ver heatmaps do item)</a:t>
            </a:r>
          </a:p>
        </p:txBody>
      </p:sp>
      <p:pic>
        <p:nvPicPr>
          <p:cNvPr id="4" name="Picture 3" descr="arv_gge2_homens_baby_boomer_superior_incompl_hiato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Negra — Homens, Baby Boomer, Superior incompl.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4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Homens, Baby Boomer, Superior compl.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ge2_homens_baby_boomer_superior_compl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Homens, Baby Boomer, Superior compl.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4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Homens, Baby Boomer, Superior compl.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(Indígena por célula sem amostra — ver heatmaps do item)</a:t>
            </a:r>
          </a:p>
        </p:txBody>
      </p:sp>
      <p:pic>
        <p:nvPicPr>
          <p:cNvPr id="4" name="Picture 3" descr="arv_gge2_homens_baby_boomer_superior_compl_hiato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Negra — Homens, Baby Boomer, Superior compl.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4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Homens, Geração X, Sem instrução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ge2_homens_geracao_x_sem_instrucao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Homens, Geração X, Sem instrução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4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Homens, Geração X, Sem instrução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(Indígena por célula sem amostra — ver heatmaps do item)</a:t>
            </a:r>
          </a:p>
        </p:txBody>
      </p:sp>
      <p:pic>
        <p:nvPicPr>
          <p:cNvPr id="4" name="Picture 3" descr="arv_gge2_homens_geracao_x_sem_instrucao_hiato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Negra — Homens, Geração X, Sem instrução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4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Homens, Geração X, Fundamental incompl.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ge2_homens_geracao_x_fundamental_incompl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Homens, Geração X, Fundamental incompl.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4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Homens, Geração X, Fundamental incompl.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(Indígena por célula sem amostra — ver heatmaps do item)</a:t>
            </a:r>
          </a:p>
        </p:txBody>
      </p:sp>
      <p:pic>
        <p:nvPicPr>
          <p:cNvPr id="4" name="Picture 3" descr="arv_gge2_homens_geracao_x_fundamental_incompl_hiato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023" y="1536192"/>
            <a:ext cx="10665649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Negra — Homens, Geração X, Fundamental incompl.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4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Homens, Geração X, Fundamental compl.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ge2_homens_geracao_x_fundamental_compl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Homens, Geração X, Fundamental compl.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4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Homens, Geração X, Fundamental compl.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(Indígena por célula sem amostra — ver heatmaps do item)</a:t>
            </a:r>
          </a:p>
        </p:txBody>
      </p:sp>
      <p:pic>
        <p:nvPicPr>
          <p:cNvPr id="4" name="Picture 3" descr="arv_gge2_homens_geracao_x_fundamental_compl_hiato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Negra — Homens, Geração X, Fundamental compl.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4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Homens, Geração X, Médio incompl.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ge2_homens_geracao_x_medio_incompl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Homens, Geração X, Médio incompl.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4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Homens, Geração X, Médio incompl.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(Indígena por célula sem amostra — ver heatmaps do item)</a:t>
            </a:r>
          </a:p>
        </p:txBody>
      </p:sp>
      <p:pic>
        <p:nvPicPr>
          <p:cNvPr id="4" name="Picture 3" descr="arv_gge2_homens_geracao_x_medio_incompl_hiato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Negra — Homens, Geração X, Médio incompl.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4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Homens, Geração X, Médio compl.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ge2_homens_geracao_x_medio_compl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Homens, Geração X, Médio compl.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4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Homens, Geração X, Médio compl.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(Indígena por célula sem amostra — ver heatmaps do item)</a:t>
            </a:r>
          </a:p>
        </p:txBody>
      </p:sp>
      <p:pic>
        <p:nvPicPr>
          <p:cNvPr id="4" name="Picture 3" descr="arv_gge2_homens_geracao_x_medio_compl_hiato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Negra — Homens, Geração X, Médio compl.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4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Homens, Geração X, Superior incompl.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ge2_homens_geracao_x_superior_incompl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Homens, Geração X, Superior incompl.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4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Homens, Geração X, Superior incompl.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(Indígena por célula sem amostra — ver heatmaps do item)</a:t>
            </a:r>
          </a:p>
        </p:txBody>
      </p:sp>
      <p:pic>
        <p:nvPicPr>
          <p:cNvPr id="4" name="Picture 3" descr="arv_gge2_homens_geracao_x_superior_incompl_hiato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Negra — Homens, Geração X, Superior incompl.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4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Homens, Geração X, Superior compl.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ge2_homens_geracao_x_superior_compl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Homens, Geração X, Superior compl.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4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Homens, Geração X, Superior compl.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(Indígena por célula sem amostra — ver heatmaps do item)</a:t>
            </a:r>
          </a:p>
        </p:txBody>
      </p:sp>
      <p:pic>
        <p:nvPicPr>
          <p:cNvPr id="4" name="Picture 3" descr="arv_gge2_homens_geracao_x_superior_compl_hiato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Negra — Homens, Geração X, Superior compl.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4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Homens, Millennial, Sem instrução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ge2_homens_millennial_sem_instrucao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Homens, Millennial, Sem instrução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4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Homens, Millennial, Sem instrução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(Indígena por célula sem amostra — ver heatmaps do item)</a:t>
            </a:r>
          </a:p>
        </p:txBody>
      </p:sp>
      <p:pic>
        <p:nvPicPr>
          <p:cNvPr id="4" name="Picture 3" descr="arv_gge2_homens_millennial_sem_instrucao_hiato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Negra — Homens, Millennial, Sem instrução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4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Homens, Millennial, Fundamental incompl.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ge2_homens_millennial_fundamental_incompl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Homens, Millennial, Fundamental incompl.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4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Homens, Millennial, Fundamental incompl.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(Indígena por célula sem amostra — ver heatmaps do item)</a:t>
            </a:r>
          </a:p>
        </p:txBody>
      </p:sp>
      <p:pic>
        <p:nvPicPr>
          <p:cNvPr id="4" name="Picture 3" descr="arv_gge2_homens_millennial_fundamental_incompl_hiato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Negra — Homens, Millennial, Fundamental incompl.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4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Homens, Millennial, Fundamental compl.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ge2_homens_millennial_fundamental_compl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Homens, Millennial, Fundamental compl.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4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Homens, Millennial, Fundamental compl.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(Indígena por célula sem amostra — ver heatmaps do item)</a:t>
            </a:r>
          </a:p>
        </p:txBody>
      </p:sp>
      <p:pic>
        <p:nvPicPr>
          <p:cNvPr id="4" name="Picture 3" descr="arv_gge2_homens_millennial_fundamental_compl_hiato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Negra — Homens, Millennial, Fundamental compl.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4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Homens, Millennial, Médio incompl.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ge2_homens_millennial_medio_incompl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Homens, Millennial, Médio incompl.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4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Homens, Millennial, Médio incompl.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(Indígena por célula sem amostra — ver heatmaps do item)</a:t>
            </a:r>
          </a:p>
        </p:txBody>
      </p:sp>
      <p:pic>
        <p:nvPicPr>
          <p:cNvPr id="4" name="Picture 3" descr="arv_gge2_homens_millennial_medio_incompl_hiato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Negra — Homens, Millennial, Médio incompl.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4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Homens, Millennial, Médio compl.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ge2_homens_millennial_medio_compl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Homens, Millennial, Médio compl.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4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Homens, Millennial, Médio compl.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(Indígena por célula sem amostra — ver heatmaps do item)</a:t>
            </a:r>
          </a:p>
        </p:txBody>
      </p:sp>
      <p:pic>
        <p:nvPicPr>
          <p:cNvPr id="4" name="Picture 3" descr="arv_gge2_homens_millennial_medio_compl_hiato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023" y="1536192"/>
            <a:ext cx="10665649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Negra — Homens, Millennial, Médio compl.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4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Homens, Millennial, Superior incompl.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ge2_homens_millennial_superior_incompl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Homens, Millennial, Superior incompl.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4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Homens, Millennial, Superior incompl.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(Indígena por célula sem amostra — ver heatmaps do item)</a:t>
            </a:r>
          </a:p>
        </p:txBody>
      </p:sp>
      <p:pic>
        <p:nvPicPr>
          <p:cNvPr id="4" name="Picture 3" descr="arv_gge2_homens_millennial_superior_incompl_hiato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Negra — Homens, Millennial, Superior incompl.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4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Homens, Millennial, Superior compl.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ge2_homens_millennial_superior_compl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Homens, Millennial, Superior compl.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4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Homens, Millennial, Superior compl.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(Indígena por célula sem amostra — ver heatmaps do item)</a:t>
            </a:r>
          </a:p>
        </p:txBody>
      </p:sp>
      <p:pic>
        <p:nvPicPr>
          <p:cNvPr id="4" name="Picture 3" descr="arv_gge2_homens_millennial_superior_compl_hiato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Negra — Homens, Millennial, Superior compl.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4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Homens, Geração Z, Sem instrução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ge2_homens_geracao_z_sem_instrucao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966" y="1536192"/>
            <a:ext cx="10701763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Homens, Geração Z, Sem instrução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4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Homens, Geração Z, Sem instrução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(Indígena por célula sem amostra — ver heatmaps do item)</a:t>
            </a:r>
          </a:p>
        </p:txBody>
      </p:sp>
      <p:pic>
        <p:nvPicPr>
          <p:cNvPr id="4" name="Picture 3" descr="arv_gge2_homens_geracao_z_sem_instrucao_hiato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147" y="1536192"/>
            <a:ext cx="10721400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Negra — Homens, Geração Z, Sem instrução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4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Homens, Geração Z, Fundamental incompl.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ge2_homens_geracao_z_fundamental_incompl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Homens, Geração Z, Fundamental incompl.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4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Homens, Geração Z, Fundamental incompl.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(Indígena por célula sem amostra — ver heatmaps do item)</a:t>
            </a:r>
          </a:p>
        </p:txBody>
      </p:sp>
      <p:pic>
        <p:nvPicPr>
          <p:cNvPr id="4" name="Picture 3" descr="arv_gge2_homens_geracao_z_fundamental_incompl_hiato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Negra — Homens, Geração Z, Fundamental incompl.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4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Homens, Geração Z, Fundamental compl.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ge2_homens_geracao_z_fundamental_compl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Homens, Geração Z, Fundamental compl.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4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Homens, Geração Z, Fundamental compl.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(Indígena por célula sem amostra — ver heatmaps do item)</a:t>
            </a:r>
          </a:p>
        </p:txBody>
      </p:sp>
      <p:pic>
        <p:nvPicPr>
          <p:cNvPr id="4" name="Picture 3" descr="arv_gge2_homens_geracao_z_fundamental_compl_hiato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Negra — Homens, Geração Z, Fundamental compl.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4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Homens, Geração Z, Médio incompl.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ge2_homens_geracao_z_medio_incompl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Homens, Geração Z, Médio incompl.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5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Homens, Geração Z, Médio incompl.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(Indígena por célula sem amostra — ver heatmaps do item)</a:t>
            </a:r>
          </a:p>
        </p:txBody>
      </p:sp>
      <p:pic>
        <p:nvPicPr>
          <p:cNvPr id="4" name="Picture 3" descr="arv_gge2_homens_geracao_z_medio_incompl_hiato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Negra — Homens, Geração Z, Médio incompl.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5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Homens, Geração Z, Médio compl.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ge2_homens_geracao_z_medio_compl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162" y="1536192"/>
            <a:ext cx="10661370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Homens, Geração Z, Médio compl.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5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Homens, Geração Z, Médio compl.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(Indígena por célula sem amostra — ver heatmaps do item)</a:t>
            </a:r>
          </a:p>
        </p:txBody>
      </p:sp>
      <p:pic>
        <p:nvPicPr>
          <p:cNvPr id="4" name="Picture 3" descr="arv_gge2_homens_geracao_z_medio_compl_hiato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174" y="1536192"/>
            <a:ext cx="1061334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Negra — Homens, Geração Z, Médio compl.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5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Homens, Geração Z, Superior incompl.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ge2_homens_geracao_z_superior_incompl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162" y="1536192"/>
            <a:ext cx="10661370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Homens, Geração Z, Superior incompl.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5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Homens, Geração Z, Superior incompl.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(Indígena por célula sem amostra — ver heatmaps do item)</a:t>
            </a:r>
          </a:p>
        </p:txBody>
      </p:sp>
      <p:pic>
        <p:nvPicPr>
          <p:cNvPr id="4" name="Picture 3" descr="arv_gge2_homens_geracao_z_superior_incompl_hiato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177" y="1536192"/>
            <a:ext cx="10601340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Negra — Homens, Geração Z, Superior incompl.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5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Homens, Geração Z, Superior compl.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ge2_homens_geracao_z_superior_compl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165" y="1536192"/>
            <a:ext cx="10649364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Homens, Geração Z, Superior compl.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5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Homens, Geração Z, Superior compl.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(Indígena por célula sem amostra — ver heatmaps do item)</a:t>
            </a:r>
          </a:p>
        </p:txBody>
      </p:sp>
      <p:pic>
        <p:nvPicPr>
          <p:cNvPr id="4" name="Picture 3" descr="arv_gge2_homens_geracao_z_superior_compl_hiato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186" y="1536192"/>
            <a:ext cx="10565322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Negra — Homens, Geração Z, Superior compl.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5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0175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5C4F3F"/>
                </a:solidFill>
              </a:defRPr>
            </a:pPr>
            <a:r>
              <a:t>Raça × Gênero × Geração × Escolaridade — Mulheres</a:t>
            </a:r>
          </a:p>
        </p:txBody>
      </p:sp>
    </p:spTree>
  </p:cSld>
  <p:clrMapOvr>
    <a:masterClrMapping/>
  </p:clrMapOvr>
</p:sld>
</file>

<file path=ppt/slides/slide5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Branca vs. Negra — Mulheres: geracao × escolaridade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% de diferença de renda · Welch: *** p&lt;0,001  ** p&lt;0,01  * p&lt;0,05  ·  n.s. = não signif. · 2º tri. 2026 · só mulheres</a:t>
            </a:r>
          </a:p>
        </p:txBody>
      </p:sp>
      <p:pic>
        <p:nvPicPr>
          <p:cNvPr id="4" name="Picture 3" descr="arv_gge2_mulheres_hiato_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1397" y="1536192"/>
            <a:ext cx="9728900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Negra por geracao e escolaridade, só mulheres — 2º tri. 2026.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5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Branca vs. Indígena — Mulheres: geracao × escolaridade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% de diferença de renda · Welch: *** p&lt;0,001  ** p&lt;0,01  * p&lt;0,05  ·  n.s. = não signif. · 2º tri. 2026 · só mulheres</a:t>
            </a:r>
          </a:p>
        </p:txBody>
      </p:sp>
      <p:pic>
        <p:nvPicPr>
          <p:cNvPr id="4" name="Picture 3" descr="arv_gge2_mulheres_hiato_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1397" y="1536192"/>
            <a:ext cx="9728900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Indígena por geracao e escolaridade, só mulheres — 2º tri. 2026.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5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0175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5C4F3F"/>
                </a:solidFill>
              </a:defRPr>
            </a:pPr>
            <a:r>
              <a:t>Raça × Gênero × Geração × Escolaridade — Homens</a:t>
            </a:r>
          </a:p>
        </p:txBody>
      </p:sp>
    </p:spTree>
  </p:cSld>
  <p:clrMapOvr>
    <a:masterClrMapping/>
  </p:clrMapOvr>
</p:sld>
</file>

<file path=ppt/slides/slide5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Branca vs. Negra — Homens: geracao × escolaridade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% de diferença de renda · Welch: *** p&lt;0,001  ** p&lt;0,01  * p&lt;0,05  ·  n.s. = não signif. · 2º tri. 2026 · só homens</a:t>
            </a:r>
          </a:p>
        </p:txBody>
      </p:sp>
      <p:pic>
        <p:nvPicPr>
          <p:cNvPr id="4" name="Picture 3" descr="arv_gge2_homens_hiato_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1397" y="1536192"/>
            <a:ext cx="9728900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Negra por geracao e escolaridade, só homens — 2º tri. 2026.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5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Branca vs. Indígena — Homens: geracao × escolaridade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% de diferença de renda · Welch: *** p&lt;0,001  ** p&lt;0,01  * p&lt;0,05  ·  n.s. = não signif. · 2º tri. 2026 · só homens</a:t>
            </a:r>
          </a:p>
        </p:txBody>
      </p:sp>
      <p:pic>
        <p:nvPicPr>
          <p:cNvPr id="4" name="Picture 3" descr="arv_gge2_homens_hiato_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1397" y="1536192"/>
            <a:ext cx="9728900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Indígena por geracao e escolaridade, só homens — 2º tri. 2026.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5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D9086"/>
                </a:solidFill>
              </a:defRPr>
            </a:pPr>
            <a:r>
              <a:t>11. Raça × Geração × Escolaridade (ambos os gêneros)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84048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5C4F3F"/>
                </a:solidFill>
              </a:defRPr>
            </a:pPr>
            <a:r>
              <a:t>28 de renda · 30 de hiato · Geração × Escolaridade com AMBOS os gêneros juntos — 28 células (série de renda + série de hiato por célula) + 2 heatmaps. Fecha a combinação que faltava pra um dashboard geração×escolaridade×gênero.</a:t>
            </a:r>
          </a:p>
        </p:txBody>
      </p:sp>
    </p:spTree>
  </p:cSld>
  <p:clrMapOvr>
    <a:masterClrMapping/>
  </p:clrMapOvr>
</p:sld>
</file>

<file path=ppt/slides/slide5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Baby Boomer — Sem instrução — ambos os gêneros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e_baby_boomer_sem_instrucao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966" y="1536192"/>
            <a:ext cx="10701763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Baby Boomer, Sem instrução, ambos os gêneros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5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Baby Boomer — Sem instrução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ambos os gêneros · (Indígena por célula: ver heatmaps do item)</a:t>
            </a:r>
          </a:p>
        </p:txBody>
      </p:sp>
      <p:pic>
        <p:nvPicPr>
          <p:cNvPr id="4" name="Picture 3" descr="arv_ge_baby_boomer_sem_instrucao_hiato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Negra — Baby Boomer, Sem instrução, ambos os gêneros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5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Baby Boomer — Fundamental incompl. — ambos os gêneros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e_baby_boomer_fundamental_incompl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Baby Boomer, Fundamental incompl., ambos os gêneros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5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Baby Boomer — Fundamental incompl.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ambos os gêneros · (Indígena por célula: ver heatmaps do item)</a:t>
            </a:r>
          </a:p>
        </p:txBody>
      </p:sp>
      <p:pic>
        <p:nvPicPr>
          <p:cNvPr id="4" name="Picture 3" descr="arv_ge_baby_boomer_fundamental_incompl_hiato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Negra — Baby Boomer, Fundamental incompl., ambos os gêneros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5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Baby Boomer — Fundamental compl. — ambos os gêneros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e_baby_boomer_fundamental_compl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Baby Boomer, Fundamental compl., ambos os gêneros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5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Baby Boomer — Fundamental compl.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ambos os gêneros · (Indígena por célula: ver heatmaps do item)</a:t>
            </a:r>
          </a:p>
        </p:txBody>
      </p:sp>
      <p:pic>
        <p:nvPicPr>
          <p:cNvPr id="4" name="Picture 3" descr="arv_ge_baby_boomer_fundamental_compl_hiato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Negra — Baby Boomer, Fundamental compl., ambos os gêneros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5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Baby Boomer — Médio incompl. — ambos os gêneros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e_baby_boomer_medio_incompl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Baby Boomer, Médio incompl., ambos os gêneros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5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Baby Boomer — Médio incompl.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ambos os gêneros · (Indígena por célula: ver heatmaps do item)</a:t>
            </a:r>
          </a:p>
        </p:txBody>
      </p:sp>
      <p:pic>
        <p:nvPicPr>
          <p:cNvPr id="4" name="Picture 3" descr="arv_ge_baby_boomer_medio_incompl_hiato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Negra — Baby Boomer, Médio incompl., ambos os gêneros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5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Baby Boomer — Médio compl. — ambos os gêneros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e_baby_boomer_medio_compl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Baby Boomer, Médio compl., ambos os gêneros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5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Baby Boomer — Médio compl.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ambos os gêneros · (Indígena por célula: ver heatmaps do item)</a:t>
            </a:r>
          </a:p>
        </p:txBody>
      </p:sp>
      <p:pic>
        <p:nvPicPr>
          <p:cNvPr id="4" name="Picture 3" descr="arv_ge_baby_boomer_medio_compl_hiato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Negra — Baby Boomer, Médio compl., ambos os gêneros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5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Baby Boomer — Superior incompl. — ambos os gêneros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e_baby_boomer_superior_incompl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Baby Boomer, Superior incompl., ambos os gêneros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5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Baby Boomer — Superior incompl.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ambos os gêneros · (Indígena por célula: ver heatmaps do item)</a:t>
            </a:r>
          </a:p>
        </p:txBody>
      </p:sp>
      <p:pic>
        <p:nvPicPr>
          <p:cNvPr id="4" name="Picture 3" descr="arv_ge_baby_boomer_superior_incompl_hiato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Negra — Baby Boomer, Superior incompl., ambos os gêneros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5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Baby Boomer — Superior compl. — ambos os gêneros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e_baby_boomer_superior_compl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Baby Boomer, Superior compl., ambos os gêneros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5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Baby Boomer — Superior compl.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ambos os gêneros · (Indígena por célula: ver heatmaps do item)</a:t>
            </a:r>
          </a:p>
        </p:txBody>
      </p:sp>
      <p:pic>
        <p:nvPicPr>
          <p:cNvPr id="4" name="Picture 3" descr="arv_ge_baby_boomer_superior_compl_hiato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Negra — Baby Boomer, Superior compl., ambos os gêneros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5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Geração X — Sem instrução — ambos os gêneros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e_geracao_x_sem_instrucao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Geração X, Sem instrução, ambos os gêneros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5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Geração X — Sem instrução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ambos os gêneros · (Indígena por célula: ver heatmaps do item)</a:t>
            </a:r>
          </a:p>
        </p:txBody>
      </p:sp>
      <p:pic>
        <p:nvPicPr>
          <p:cNvPr id="4" name="Picture 3" descr="arv_ge_geracao_x_sem_instrucao_hiato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Negra — Geração X, Sem instrução, ambos os gêneros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5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Geração X — Fundamental incompl. — ambos os gêneros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e_geracao_x_fundamental_incompl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Geração X, Fundamental incompl., ambos os gêneros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5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Geração X — Fundamental incompl.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ambos os gêneros · (Indígena por célula: ver heatmaps do item)</a:t>
            </a:r>
          </a:p>
        </p:txBody>
      </p:sp>
      <p:pic>
        <p:nvPicPr>
          <p:cNvPr id="4" name="Picture 3" descr="arv_ge_geracao_x_fundamental_incompl_hiato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Negra — Geração X, Fundamental incompl., ambos os gêneros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5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Geração X — Fundamental compl. — ambos os gêneros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e_geracao_x_fundamental_compl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Geração X, Fundamental compl., ambos os gêneros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5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Geração X — Fundamental compl.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ambos os gêneros · (Indígena por célula: ver heatmaps do item)</a:t>
            </a:r>
          </a:p>
        </p:txBody>
      </p:sp>
      <p:pic>
        <p:nvPicPr>
          <p:cNvPr id="4" name="Picture 3" descr="arv_ge_geracao_x_fundamental_compl_hiato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Negra — Geração X, Fundamental compl., ambos os gêneros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5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Geração X — Médio incompl. — ambos os gêneros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e_geracao_x_medio_incompl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Geração X, Médio incompl., ambos os gêneros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5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Geração X — Médio incompl.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ambos os gêneros · (Indígena por célula: ver heatmaps do item)</a:t>
            </a:r>
          </a:p>
        </p:txBody>
      </p:sp>
      <p:pic>
        <p:nvPicPr>
          <p:cNvPr id="4" name="Picture 3" descr="arv_ge_geracao_x_medio_incompl_hiato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Negra — Geração X, Médio incompl., ambos os gêneros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5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Geração X — Médio compl. — ambos os gêneros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e_geracao_x_medio_compl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Geração X, Médio compl., ambos os gêneros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5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Geração X — Médio compl.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ambos os gêneros · (Indígena por célula: ver heatmaps do item)</a:t>
            </a:r>
          </a:p>
        </p:txBody>
      </p:sp>
      <p:pic>
        <p:nvPicPr>
          <p:cNvPr id="4" name="Picture 3" descr="arv_ge_geracao_x_medio_compl_hiato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Negra — Geração X, Médio compl., ambos os gêneros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5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Geração X — Superior incompl. — ambos os gêneros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e_geracao_x_superior_incompl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Geração X, Superior incompl., ambos os gêneros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5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Geração X — Superior incompl.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ambos os gêneros · (Indígena por célula: ver heatmaps do item)</a:t>
            </a:r>
          </a:p>
        </p:txBody>
      </p:sp>
      <p:pic>
        <p:nvPicPr>
          <p:cNvPr id="4" name="Picture 3" descr="arv_ge_geracao_x_superior_incompl_hiato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Negra — Geração X, Superior incompl., ambos os gêneros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5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Geração X — Superior compl. — ambos os gêneros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e_geracao_x_superior_compl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Geração X, Superior compl., ambos os gêneros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5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Geração X — Superior compl.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ambos os gêneros · (Indígena por célula: ver heatmaps do item)</a:t>
            </a:r>
          </a:p>
        </p:txBody>
      </p:sp>
      <p:pic>
        <p:nvPicPr>
          <p:cNvPr id="4" name="Picture 3" descr="arv_ge_geracao_x_superior_compl_hiato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Negra — Geração X, Superior compl., ambos os gêneros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5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Millennial — Sem instrução — ambos os gêneros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e_millennial_sem_instrucao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Millennial, Sem instrução, ambos os gêneros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5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Millennial — Sem instrução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ambos os gêneros · (Indígena por célula: ver heatmaps do item)</a:t>
            </a:r>
          </a:p>
        </p:txBody>
      </p:sp>
      <p:pic>
        <p:nvPicPr>
          <p:cNvPr id="4" name="Picture 3" descr="arv_ge_millennial_sem_instrucao_hiato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Negra — Millennial, Sem instrução, ambos os gêneros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5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Millennial — Fundamental incompl. — ambos os gêneros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e_millennial_fundamental_incompl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Millennial, Fundamental incompl., ambos os gêneros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5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Millennial — Fundamental incompl.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ambos os gêneros · (Indígena por célula: ver heatmaps do item)</a:t>
            </a:r>
          </a:p>
        </p:txBody>
      </p:sp>
      <p:pic>
        <p:nvPicPr>
          <p:cNvPr id="4" name="Picture 3" descr="arv_ge_millennial_fundamental_incompl_hiato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Negra — Millennial, Fundamental incompl., ambos os gêneros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5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Millennial — Fundamental compl. — ambos os gêneros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e_millennial_fundamental_compl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Millennial, Fundamental compl., ambos os gêneros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5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Millennial — Fundamental compl.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ambos os gêneros · (Indígena por célula: ver heatmaps do item)</a:t>
            </a:r>
          </a:p>
        </p:txBody>
      </p:sp>
      <p:pic>
        <p:nvPicPr>
          <p:cNvPr id="4" name="Picture 3" descr="arv_ge_millennial_fundamental_compl_hiato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Negra — Millennial, Fundamental compl., ambos os gêneros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5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Millennial — Médio incompl. — ambos os gêneros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e_millennial_medio_incompl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Millennial, Médio incompl., ambos os gêneros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5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Millennial — Médio incompl.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ambos os gêneros · (Indígena por célula: ver heatmaps do item)</a:t>
            </a:r>
          </a:p>
        </p:txBody>
      </p:sp>
      <p:pic>
        <p:nvPicPr>
          <p:cNvPr id="4" name="Picture 3" descr="arv_ge_millennial_medio_incompl_hiato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Negra — Millennial, Médio incompl., ambos os gêneros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5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Millennial — Médio compl. — ambos os gêneros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e_millennial_medio_compl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Millennial, Médio compl., ambos os gêneros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5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Millennial — Médio compl.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ambos os gêneros · (Indígena por célula: ver heatmaps do item)</a:t>
            </a:r>
          </a:p>
        </p:txBody>
      </p:sp>
      <p:pic>
        <p:nvPicPr>
          <p:cNvPr id="4" name="Picture 3" descr="arv_ge_millennial_medio_compl_hiato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Negra — Millennial, Médio compl., ambos os gêneros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5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Millennial — Superior incompl. — ambos os gêneros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e_millennial_superior_incompl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Millennial, Superior incompl., ambos os gêneros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5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Millennial — Superior incompl.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ambos os gêneros · (Indígena por célula: ver heatmaps do item)</a:t>
            </a:r>
          </a:p>
        </p:txBody>
      </p:sp>
      <p:pic>
        <p:nvPicPr>
          <p:cNvPr id="4" name="Picture 3" descr="arv_ge_millennial_superior_incompl_hiato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Negra — Millennial, Superior incompl., ambos os gêneros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5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Millennial — Superior compl. — ambos os gêneros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e_millennial_superior_compl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Millennial, Superior compl., ambos os gêneros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5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Millennial — Superior compl.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ambos os gêneros · (Indígena por célula: ver heatmaps do item)</a:t>
            </a:r>
          </a:p>
        </p:txBody>
      </p:sp>
      <p:pic>
        <p:nvPicPr>
          <p:cNvPr id="4" name="Picture 3" descr="arv_ge_millennial_superior_compl_hiato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Negra — Millennial, Superior compl., ambos os gêneros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5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Geração Z — Sem instrução — ambos os gêneros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e_geracao_z_sem_instrucao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Geração Z, Sem instrução, ambos os gêneros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5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Geração Z — Sem instrução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ambos os gêneros · (Indígena por célula: ver heatmaps do item)</a:t>
            </a:r>
          </a:p>
        </p:txBody>
      </p:sp>
      <p:pic>
        <p:nvPicPr>
          <p:cNvPr id="4" name="Picture 3" descr="arv_ge_geracao_z_sem_instrucao_hiato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180" y="1536192"/>
            <a:ext cx="10589334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Negra — Geração Z, Sem instrução, ambos os gêneros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5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Geração Z — Fundamental incompl. — ambos os gêneros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e_geracao_z_fundamental_incompl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Geração Z, Fundamental incompl., ambos os gêneros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5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Geração Z — Fundamental incompl.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ambos os gêneros · (Indígena por célula: ver heatmaps do item)</a:t>
            </a:r>
          </a:p>
        </p:txBody>
      </p:sp>
      <p:pic>
        <p:nvPicPr>
          <p:cNvPr id="4" name="Picture 3" descr="arv_ge_geracao_z_fundamental_incompl_hiato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Negra — Geração Z, Fundamental incompl., ambos os gêneros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5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Geração Z — Fundamental compl. — ambos os gêneros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e_geracao_z_fundamental_compl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Geração Z, Fundamental compl., ambos os gêneros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5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Geração Z — Fundamental compl.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ambos os gêneros · (Indígena por célula: ver heatmaps do item)</a:t>
            </a:r>
          </a:p>
        </p:txBody>
      </p:sp>
      <p:pic>
        <p:nvPicPr>
          <p:cNvPr id="4" name="Picture 3" descr="arv_ge_geracao_z_fundamental_compl_hiato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Negra — Geração Z, Fundamental compl., ambos os gêneros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5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Geração Z — Médio incompl. — ambos os gêneros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e_geracao_z_medio_incompl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Geração Z, Médio incompl., ambos os gêneros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5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Geração Z — Médio incompl.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ambos os gêneros · (Indígena por célula: ver heatmaps do item)</a:t>
            </a:r>
          </a:p>
        </p:txBody>
      </p:sp>
      <p:pic>
        <p:nvPicPr>
          <p:cNvPr id="4" name="Picture 3" descr="arv_ge_geracao_z_medio_incompl_hiato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Negra — Geração Z, Médio incompl., ambos os gêneros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5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Geração Z — Médio compl. — ambos os gêneros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e_geracao_z_medio_compl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162" y="1536192"/>
            <a:ext cx="10661370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Geração Z, Médio compl., ambos os gêneros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5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Geração Z — Médio compl.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ambos os gêneros · (Indígena por célula: ver heatmaps do item)</a:t>
            </a:r>
          </a:p>
        </p:txBody>
      </p:sp>
      <p:pic>
        <p:nvPicPr>
          <p:cNvPr id="4" name="Picture 3" descr="arv_ge_geracao_z_medio_compl_hiato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174" y="1536192"/>
            <a:ext cx="1061334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Negra — Geração Z, Médio compl., ambos os gêneros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5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Geração Z — Superior incompl. — ambos os gêneros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e_geracao_z_superior_incompl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162" y="1536192"/>
            <a:ext cx="10661370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Geração Z, Superior incompl., ambos os gêneros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5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Geração Z — Superior incompl.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ambos os gêneros · (Indígena por célula: ver heatmaps do item)</a:t>
            </a:r>
          </a:p>
        </p:txBody>
      </p:sp>
      <p:pic>
        <p:nvPicPr>
          <p:cNvPr id="4" name="Picture 3" descr="arv_ge_geracao_z_superior_incompl_hiato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174" y="1536192"/>
            <a:ext cx="1061334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Negra — Geração Z, Superior incompl., ambos os gêneros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5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Geração Z — Superior compl. — ambos os gêneros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e_geracao_z_superior_compl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165" y="1536192"/>
            <a:ext cx="10649364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Geração Z, Superior compl., ambos os gêneros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5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Geração Z — Superior compl.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ambos os gêneros · (Indígena por célula: ver heatmaps do item)</a:t>
            </a:r>
          </a:p>
        </p:txBody>
      </p:sp>
      <p:pic>
        <p:nvPicPr>
          <p:cNvPr id="4" name="Picture 3" descr="arv_ge_geracao_z_superior_compl_hiato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180" y="1536192"/>
            <a:ext cx="10589334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Negra — Geração Z, Superior compl., ambos os gêneros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5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Branca vs. Negra — geração × escolaridade (ambos os gêneros)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% de diferença de renda · Welch: *** p&lt;0,001  ** p&lt;0,01  * p&lt;0,05  ·  n.s. = não signif. · 2º tri. 2026</a:t>
            </a:r>
          </a:p>
        </p:txBody>
      </p:sp>
      <p:pic>
        <p:nvPicPr>
          <p:cNvPr id="4" name="Picture 3" descr="arv_ge_hiato_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1397" y="1536192"/>
            <a:ext cx="9728900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Negra por geração e escolaridade, ambos os gêneros — 2º tri. 2026.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5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Branca vs. Indígena — geração × escolaridade (ambos os gêneros)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% de diferença de renda · Welch: *** p&lt;0,001  ** p&lt;0,01  * p&lt;0,05  ·  n.s. = não signif. · 2º tri. 2026</a:t>
            </a:r>
          </a:p>
        </p:txBody>
      </p:sp>
      <p:pic>
        <p:nvPicPr>
          <p:cNvPr id="4" name="Picture 3" descr="arv_ge_hiato_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1397" y="1536192"/>
            <a:ext cx="9728900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Indígena por geração e escolaridade, ambos os gêneros — 2º tri. 2026.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5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D9086"/>
                </a:solidFill>
              </a:defRPr>
            </a:pPr>
            <a:r>
              <a:t>Topo 10%, base 10% e quartis (limiares Brasil / gênero / raça×gênero)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84048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5C4F3F"/>
                </a:solidFill>
              </a:defRPr>
            </a:pPr>
            <a:r>
              <a:t>Limiares calculados em 3 escopos NOVOS: Brasil inteiro / dentro de cada gênero / dentro de cada raça×gênero. Snapshot do trimestre mais recente.</a:t>
            </a:r>
          </a:p>
        </p:txBody>
      </p:sp>
    </p:spTree>
  </p:cSld>
  <p:clrMapOvr>
    <a:masterClrMapping/>
  </p:clrMapOvr>
</p:sld>
</file>

<file path=ppt/slides/slide5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De quem são os 10% mais ricos e os 10% mais pobres do Brasil?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% de cada raça dentro do decil · limiar P90/P10 único, todo o Brasil · 2º tri. 2026</a:t>
            </a:r>
          </a:p>
        </p:txBody>
      </p:sp>
      <p:pic>
        <p:nvPicPr>
          <p:cNvPr id="4" name="Picture 3" descr="ext_dist_bras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1891" y="1536192"/>
            <a:ext cx="7767912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Negra é ~56% da população ocupada, mas só ~33% do topo 10% e ~73% da base 10%.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5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Dentro dos 10% que mais ganham de cada gênero, qual a composição racial?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% de cada raça no decil · limiar P90 calculado dentro de cada gênero · 2º tri. 2026</a:t>
            </a:r>
          </a:p>
        </p:txBody>
      </p:sp>
      <p:pic>
        <p:nvPicPr>
          <p:cNvPr id="4" name="Picture 3" descr="ext_dist_genero_topo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1891" y="1536192"/>
            <a:ext cx="7767912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Limiar por gênero: a sub-representação de Negra no topo (e sobre-representação na base) persiste dentro de cada gênero.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5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Dentro dos 10% que menos ganham de cada gênero, qual a composição racial?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% de cada raça no decil · limiar P10 calculado dentro de cada gênero · 2º tri. 2026</a:t>
            </a:r>
          </a:p>
        </p:txBody>
      </p:sp>
      <p:pic>
        <p:nvPicPr>
          <p:cNvPr id="4" name="Picture 3" descr="ext_dist_genero_base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1891" y="1536192"/>
            <a:ext cx="7767912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Limiar por gênero: a sub-representação de Negra no topo (e sobre-representação na base) persiste dentro de cada gênero.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5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Quanto ganham (R$) os 10% que mais ganham, por raça?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renda média real no decil · limiar P90 dentro de cada grupo (por raça) · 2º tri. 2026</a:t>
            </a:r>
          </a:p>
        </p:txBody>
      </p:sp>
      <p:pic>
        <p:nvPicPr>
          <p:cNvPr id="4" name="Picture 3" descr="ext_renda_raca_topo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5888" y="1536192"/>
            <a:ext cx="777991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Os 10% que mais ganham, por raça: distância em R$ entre os grupos.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5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Quanto ganham (R$) os 10% que menos ganham, por raça?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renda média real no decil · limiar P10 dentro de cada grupo (por raça) · 2º tri. 2026</a:t>
            </a:r>
          </a:p>
        </p:txBody>
      </p:sp>
      <p:pic>
        <p:nvPicPr>
          <p:cNvPr id="4" name="Picture 3" descr="ext_renda_raca_base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5888" y="1536192"/>
            <a:ext cx="777991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Os 10% que menos ganham, por raça: distância em R$ entre os grupos.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5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Quanto ganham (R$) os 10% que mais ganham, por raça × gênero?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renda média real no decil · limiar P90 dentro de cada grupo (por raça × gênero) · 2º tri. 2026</a:t>
            </a:r>
          </a:p>
        </p:txBody>
      </p:sp>
      <p:pic>
        <p:nvPicPr>
          <p:cNvPr id="4" name="Picture 3" descr="ext_renda_raca_sexo_topo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5888" y="1536192"/>
            <a:ext cx="777991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Os 10% que mais ganham, por raça × gênero: distância em R$ entre os grupos.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5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Quanto ganham (R$) os 10% que menos ganham, por raça × gênero?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renda média real no decil · limiar P10 dentro de cada grupo (por raça × gênero) · 2º tri. 2026</a:t>
            </a:r>
          </a:p>
        </p:txBody>
      </p:sp>
      <p:pic>
        <p:nvPicPr>
          <p:cNvPr id="4" name="Picture 3" descr="ext_renda_raca_sexo_base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5888" y="1536192"/>
            <a:ext cx="777991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Os 10% que menos ganham, por raça × gênero: distância em R$ entre os grupos.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5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Escolaridade dentro dos 10% que mais ganham — por raça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% de cada categoria dentro do decil · limiar P90 dentro de cada grupo · 2º tri. 2026</a:t>
            </a:r>
          </a:p>
        </p:txBody>
      </p:sp>
      <p:pic>
        <p:nvPicPr>
          <p:cNvPr id="4" name="Picture 3" descr="ext_comp_raca_topo10_nivel_instruca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7" y="1536192"/>
            <a:ext cx="10972800" cy="432955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Composição por escolaridade de quem está nos 10% que mais ganham, por raça.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5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Faixa etária dentro dos 10% que mais ganham — por raça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% de cada categoria dentro do decil · limiar P90 dentro de cada grupo · 2º tri. 2026</a:t>
            </a:r>
          </a:p>
        </p:txBody>
      </p:sp>
      <p:pic>
        <p:nvPicPr>
          <p:cNvPr id="4" name="Picture 3" descr="ext_comp_raca_topo10_faixa_etar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9643" y="1536192"/>
            <a:ext cx="875240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Composição por faixa etária de quem está nos 10% que mais ganham, por raça.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5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Geração dentro dos 10% que mais ganham — por raça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% de cada categoria dentro do decil · limiar P90 dentro de cada grupo · 2º tri. 2026</a:t>
            </a:r>
          </a:p>
        </p:txBody>
      </p:sp>
      <p:pic>
        <p:nvPicPr>
          <p:cNvPr id="4" name="Picture 3" descr="ext_comp_raca_topo10_geraca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1891" y="1536192"/>
            <a:ext cx="7767912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Composição por geração de quem está nos 10% que mais ganham, por raça.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5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Escolaridade dentro dos 10% que menos ganham — por raça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% de cada categoria dentro do decil · limiar P10 dentro de cada grupo · 2º tri. 2026</a:t>
            </a:r>
          </a:p>
        </p:txBody>
      </p:sp>
      <p:pic>
        <p:nvPicPr>
          <p:cNvPr id="4" name="Picture 3" descr="ext_comp_raca_base10_nivel_instruca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7" y="1536192"/>
            <a:ext cx="10972800" cy="432955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Composição por escolaridade de quem está nos 10% que menos ganham, por raça.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5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Faixa etária dentro dos 10% que menos ganham — por raça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% de cada categoria dentro do decil · limiar P10 dentro de cada grupo · 2º tri. 2026</a:t>
            </a:r>
          </a:p>
        </p:txBody>
      </p:sp>
      <p:pic>
        <p:nvPicPr>
          <p:cNvPr id="4" name="Picture 3" descr="ext_comp_raca_base10_faixa_etar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9643" y="1536192"/>
            <a:ext cx="875240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Composição por faixa etária de quem está nos 10% que menos ganham, por raça.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5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Geração dentro dos 10% que menos ganham — por raça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% de cada categoria dentro do decil · limiar P10 dentro de cada grupo · 2º tri. 2026</a:t>
            </a:r>
          </a:p>
        </p:txBody>
      </p:sp>
      <p:pic>
        <p:nvPicPr>
          <p:cNvPr id="4" name="Picture 3" descr="ext_comp_raca_base10_geraca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1891" y="1536192"/>
            <a:ext cx="7767912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Composição por geração de quem está nos 10% que menos ganham, por raça.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5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Escolaridade dentro dos 10% que mais ganham — por raça × gênero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% de cada categoria dentro do decil · limiar P90 dentro de cada grupo · 2º tri. 2026</a:t>
            </a:r>
          </a:p>
        </p:txBody>
      </p:sp>
      <p:pic>
        <p:nvPicPr>
          <p:cNvPr id="4" name="Picture 3" descr="ext_comp_raca_sexo_topo10_nivel_instruca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7" y="1536192"/>
            <a:ext cx="10972800" cy="432955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Composição por escolaridade de quem está nos 10% que mais ganham, por raça × gênero.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5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Faixa etária dentro dos 10% que mais ganham — por raça × gênero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% de cada categoria dentro do decil · limiar P90 dentro de cada grupo · 2º tri. 2026</a:t>
            </a:r>
          </a:p>
        </p:txBody>
      </p:sp>
      <p:pic>
        <p:nvPicPr>
          <p:cNvPr id="4" name="Picture 3" descr="ext_comp_raca_sexo_topo10_faixa_etar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9643" y="1536192"/>
            <a:ext cx="875240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Composição por faixa etária de quem está nos 10% que mais ganham, por raça × gênero.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5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Geração dentro dos 10% que mais ganham — por raça × gênero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% de cada categoria dentro do decil · limiar P90 dentro de cada grupo · 2º tri. 2026</a:t>
            </a:r>
          </a:p>
        </p:txBody>
      </p:sp>
      <p:pic>
        <p:nvPicPr>
          <p:cNvPr id="4" name="Picture 3" descr="ext_comp_raca_sexo_topo10_geraca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1891" y="1536192"/>
            <a:ext cx="7767912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Composição por geração de quem está nos 10% que mais ganham, por raça × gênero.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5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Escolaridade dentro dos 10% que menos ganham — por raça × gênero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% de cada categoria dentro do decil · limiar P10 dentro de cada grupo · 2º tri. 2026</a:t>
            </a:r>
          </a:p>
        </p:txBody>
      </p:sp>
      <p:pic>
        <p:nvPicPr>
          <p:cNvPr id="4" name="Picture 3" descr="ext_comp_raca_sexo_base10_nivel_instruca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7" y="1536192"/>
            <a:ext cx="10972800" cy="432955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Composição por escolaridade de quem está nos 10% que menos ganham, por raça × gênero.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5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Faixa etária dentro dos 10% que menos ganham — por raça × gênero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% de cada categoria dentro do decil · limiar P10 dentro de cada grupo · 2º tri. 2026</a:t>
            </a:r>
          </a:p>
        </p:txBody>
      </p:sp>
      <p:pic>
        <p:nvPicPr>
          <p:cNvPr id="4" name="Picture 3" descr="ext_comp_raca_sexo_base10_faixa_etar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9643" y="1536192"/>
            <a:ext cx="875240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Composição por faixa etária de quem está nos 10% que menos ganham, por raça × gênero.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5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Geração dentro dos 10% que menos ganham — por raça × gênero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% de cada categoria dentro do decil · limiar P10 dentro de cada grupo · 2º tri. 2026</a:t>
            </a:r>
          </a:p>
        </p:txBody>
      </p:sp>
      <p:pic>
        <p:nvPicPr>
          <p:cNvPr id="4" name="Picture 3" descr="ext_comp_raca_sexo_base10_geraca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1891" y="1536192"/>
            <a:ext cx="7767912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Composição por geração de quem está nos 10% que menos ganham, por raça × gênero.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5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Decomposição dos 4 quartis de renda por gênero — por raça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limiares P25/P50/P75 dentro de cada grupo (por raça) · 2º tri. 2026</a:t>
            </a:r>
          </a:p>
        </p:txBody>
      </p:sp>
      <p:pic>
        <p:nvPicPr>
          <p:cNvPr id="4" name="Picture 3" descr="ext_quartil_raca_sex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1891" y="1536192"/>
            <a:ext cx="7767912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% de mulheres em cada quartil de renda, por raça — mais mulheres nos quartis de baixo.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5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Decomposição dos 4 quartis de renda por escolaridade — por raça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limiares P25/P50/P75 dentro de cada grupo (por raça) · 2º tri. 2026</a:t>
            </a:r>
          </a:p>
        </p:txBody>
      </p:sp>
      <p:pic>
        <p:nvPicPr>
          <p:cNvPr id="4" name="Picture 3" descr="ext_quartil_raca_nivel_instruca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0273" y="1536192"/>
            <a:ext cx="825114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Mix de escolaridade em cada quartil (Q1→Q4), por raça — 100% empilhado.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5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Decomposição dos 4 quartis de renda por faixa etária — por raça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limiares P25/P50/P75 dentro de cada grupo (por raça) · 2º tri. 2026</a:t>
            </a:r>
          </a:p>
        </p:txBody>
      </p:sp>
      <p:pic>
        <p:nvPicPr>
          <p:cNvPr id="4" name="Picture 3" descr="ext_quartil_raca_faixa_etar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7204" y="1536192"/>
            <a:ext cx="821728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Mix de faixa etária em cada quartil (Q1→Q4), por raça — 100% empilhado.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5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Decomposição dos 4 quartis de renda por geração — por raça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limiares P25/P50/P75 dentro de cada grupo (por raça) · 2º tri. 2026</a:t>
            </a:r>
          </a:p>
        </p:txBody>
      </p:sp>
      <p:pic>
        <p:nvPicPr>
          <p:cNvPr id="4" name="Picture 3" descr="ext_quartil_raca_geraca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561" y="1536192"/>
            <a:ext cx="8228573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Mix de geração em cada quartil (Q1→Q4), por raça — 100% empilhado.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5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Decomposição dos 4 quartis de renda por escolaridade — por raça × gênero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limiares P25/P50/P75 dentro de cada grupo (por raça × gênero) · 2º tri. 2026</a:t>
            </a:r>
          </a:p>
        </p:txBody>
      </p:sp>
      <p:pic>
        <p:nvPicPr>
          <p:cNvPr id="4" name="Picture 3" descr="ext_quartil_raca_sexo_nivel_instruca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7" y="1536192"/>
            <a:ext cx="10972800" cy="408930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Mix de escolaridade em cada quartil (Q1→Q4), por raça × gênero — 100% empilhado.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5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Decomposição dos 4 quartis de renda por faixa etária — por raça × gênero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limiares P25/P50/P75 dentro de cada grupo (por raça × gênero) · 2º tri. 2026</a:t>
            </a:r>
          </a:p>
        </p:txBody>
      </p:sp>
      <p:pic>
        <p:nvPicPr>
          <p:cNvPr id="4" name="Picture 3" descr="ext_quartil_raca_sexo_faixa_etar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7" y="1536192"/>
            <a:ext cx="10972800" cy="410073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Mix de faixa etária em cada quartil (Q1→Q4), por raça × gênero — 100% empilhado.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5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Decomposição dos 4 quartis de renda por geração — por raça × gênero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limiares P25/P50/P75 dentro de cada grupo (por raça × gênero) · 2º tri. 2026</a:t>
            </a:r>
          </a:p>
        </p:txBody>
      </p:sp>
      <p:pic>
        <p:nvPicPr>
          <p:cNvPr id="4" name="Picture 3" descr="ext_quartil_raca_sexo_geraca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7" y="1536192"/>
            <a:ext cx="10972800" cy="4096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Mix de geração em cada quartil (Q1→Q4), por raça × gênero — 100% empilhado.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5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82296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0D9086"/>
                </a:solidFill>
              </a:defRPr>
            </a:pPr>
            <a:r>
              <a:t>Tabela de crescimento da renda por raça (2012 T1 → 2026 T2)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92024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5C4F3F"/>
                </a:solidFill>
              </a:defRPr>
            </a:pPr>
            <a:r>
              <a:t>Uma linha por folha de renda da árvore (181 linhas): renda média real Branca, Negra e Indígena no primeiro e no último trimestre, % de crescimento de cada raça, e os hiatos em R$ (Branca-Negra e Branca-Indígena) no início vs. no fim.</a:t>
            </a:r>
          </a:p>
          <a:p>
            <a:pPr algn="l">
              <a:defRPr sz="1400" b="0" i="0">
                <a:solidFill>
                  <a:srgbClr val="5C4F3F"/>
                </a:solidFill>
              </a:defRPr>
            </a:pPr>
          </a:p>
          <a:p>
            <a:pPr algn="l">
              <a:defRPr sz="1400" b="0" i="0">
                <a:solidFill>
                  <a:srgbClr val="5C4F3F"/>
                </a:solidFill>
              </a:defRPr>
            </a:pPr>
            <a:r>
              <a:t>Arquivo à parte (não cabe como slide legível):</a:t>
            </a:r>
          </a:p>
          <a:p>
            <a:pPr algn="l">
              <a:defRPr sz="1400" b="0" i="0">
                <a:solidFill>
                  <a:srgbClr val="5C4F3F"/>
                </a:solidFill>
              </a:defRPr>
            </a:pPr>
            <a:r>
              <a:t>   •  docs/tabela_crescimento_renda.xlsx  (uma aba por item + aba 'Tudo')</a:t>
            </a:r>
          </a:p>
          <a:p>
            <a:pPr algn="l">
              <a:defRPr sz="1400" b="0" i="0">
                <a:solidFill>
                  <a:srgbClr val="5C4F3F"/>
                </a:solidFill>
              </a:defRPr>
            </a:pPr>
            <a:r>
              <a:t>   •  docs/tabela_crescimento_renda.csv</a:t>
            </a:r>
          </a:p>
          <a:p>
            <a:pPr algn="l">
              <a:defRPr sz="1400" b="0" i="0">
                <a:solidFill>
                  <a:srgbClr val="5C4F3F"/>
                </a:solidFill>
              </a:defRPr>
            </a:pPr>
          </a:p>
          <a:p>
            <a:pPr algn="l">
              <a:defRPr sz="1400" b="0" i="0">
                <a:solidFill>
                  <a:srgbClr val="5C4F3F"/>
                </a:solidFill>
              </a:defRPr>
            </a:pPr>
            <a:r>
              <a:t>Leitura geral: quem cresceu mais (em %) — Negra em 71 folhas, Indígena em 56, Branca em 46 — mas a diferença Branca-Negra em R$ AUMENTOU em 92 das 181. O hiato relativo cai enquanto a distância absoluta sobe.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6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D9086"/>
                </a:solidFill>
              </a:defRPr>
            </a:pPr>
            <a:r>
              <a:t>Aprofundamentos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84048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5C4F3F"/>
                </a:solidFill>
              </a:defRPr>
            </a:pPr>
            <a:r>
              <a:t>Instabilidade de renda, retorno da escolaridade, Capital×Interior, desocupação×escolaridade, formal×informal, salários mínimos, Oaxaca-Blinder ano a ano, dupla desvantagem, projeção de convergência.</a:t>
            </a:r>
          </a:p>
        </p:txBody>
      </p:sp>
    </p:spTree>
  </p:cSld>
  <p:clrMapOvr>
    <a:masterClrMapping/>
  </p:clrMapOvr>
</p:sld>
</file>

<file path=ppt/slides/slide6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efetiva ÷ habitual, por raça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% · 100% = recebeu tudo que costuma receber no mês · abaixo de 100% = perda por falta/interrupção · série 2012–2026</a:t>
            </a:r>
          </a:p>
        </p:txBody>
      </p:sp>
      <p:pic>
        <p:nvPicPr>
          <p:cNvPr id="4" name="Picture 3" descr="apr_efetiva_habitu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Quanto menor, mais a renda do mês fica abaixo da 'habitual' — instabilidade de renda.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6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Retorno da escolaridade, por raça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índice: renda média em cada nível ÷ renda no Médio completo (=100), dentro de cada raça · 2º tri. 2026</a:t>
            </a:r>
          </a:p>
        </p:txBody>
      </p:sp>
      <p:pic>
        <p:nvPicPr>
          <p:cNvPr id="4" name="Picture 3" descr="apr_premio_escolarida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1069" y="1536192"/>
            <a:ext cx="886955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Se a curva de uma raça é mais inclinada, cada degrau de escolaridade 'vale' mais R$ pra ela.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6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Branca vs. Negra — projeção linear da tendência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extrapolação simples da reta de tendência até o hiato zerar · tendência 2012–2026: fecharia por volta de 2104 (~78 anos) · tendência 2016–2026 (pós-recessão): fecharia por volta de 2073 (~47 anos)</a:t>
            </a:r>
          </a:p>
        </p:txBody>
      </p:sp>
      <p:pic>
        <p:nvPicPr>
          <p:cNvPr id="4" name="Picture 3" descr="apr_convergenc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377" y="1536192"/>
            <a:ext cx="10068940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NÃO é previsão — tendências não são garantia (a série tem quebras estruturais e pode estagnar). Cenário ilustrativo do ritmo recente.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6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Branca vs. Negra — Capital vs. Interior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% de diferença · Welch trimestre a trimestre · série 2012–2026</a:t>
            </a:r>
          </a:p>
        </p:txBody>
      </p:sp>
      <p:pic>
        <p:nvPicPr>
          <p:cNvPr id="4" name="Picture 3" descr="apr_capital_interi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174" y="1536192"/>
            <a:ext cx="1061334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O hiato racial de renda é maior nas capitais ou no interior?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6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Taxa de desocupação por raça e escolaridade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% da força de trabalho desocupada · 2º tri. 2026</a:t>
            </a:r>
          </a:p>
        </p:txBody>
      </p:sp>
      <p:pic>
        <p:nvPicPr>
          <p:cNvPr id="4" name="Picture 3" descr="apr_desocupacao_escolarida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3874" y="1536192"/>
            <a:ext cx="828394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Mais diploma fecha o gap de emprego como (em parte) fecha o de salário?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6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Branca vs. Negra — setor formal vs. informal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formal = contribui para a previdência · % de diferença · Welch · série 2012–2026</a:t>
            </a:r>
          </a:p>
        </p:txBody>
      </p:sp>
      <p:pic>
        <p:nvPicPr>
          <p:cNvPr id="4" name="Picture 3" descr="apr_formal_inform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174" y="1536192"/>
            <a:ext cx="1061334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A informalidade explica parte do hiato, ou ele sobrevive dentro do emprego protegido?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6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% ganhando até 1 salário mínimo, por raça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renda habitual nominal ÷ salário mínimo nominal do ano · série 2012–2026</a:t>
            </a:r>
          </a:p>
        </p:txBody>
      </p:sp>
      <p:pic>
        <p:nvPicPr>
          <p:cNvPr id="4" name="Picture 3" descr="apr_sm_at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171" y="1536192"/>
            <a:ext cx="10625352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Concentração perto do piso salarial.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6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% ganhando acima de 3 salários mínimos, por raça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renda habitual nominal ÷ salário mínimo nominal do ano · série 2012–2026</a:t>
            </a:r>
          </a:p>
        </p:txBody>
      </p:sp>
      <p:pic>
        <p:nvPicPr>
          <p:cNvPr id="4" name="Picture 3" descr="apr_sm_acima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042" y="1536192"/>
            <a:ext cx="10653611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Presença no topo da distribuição de renda do trabalho.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6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Decomposição de Oaxaca-Blinder do hiato Branca vs. Negra — ano a ano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controles: faixa etária + escolaridade + ocupação · parcela explicada por composição vs. não-explicada (retorno diferente = proxy de discriminação)</a:t>
            </a:r>
          </a:p>
        </p:txBody>
      </p:sp>
      <p:pic>
        <p:nvPicPr>
          <p:cNvPr id="4" name="Picture 3" descr="apr_oaxaca_tempor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087" y="1536192"/>
            <a:ext cx="10043520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A parte não-explicada está caindo conforme a escolaridade de negros sobe, ou fica travada?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6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residual (não-explicado) por ponto da distribuição — ano a ano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RIF de P10/P50/P90, mesmos controles · o resíduo em forma de U ('piso pegajoso' na base, 'teto de vidro' no topo) é estável?</a:t>
            </a:r>
          </a:p>
        </p:txBody>
      </p:sp>
      <p:pic>
        <p:nvPicPr>
          <p:cNvPr id="4" name="Picture 3" descr="apr_rif_tempor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147" y="1536192"/>
            <a:ext cx="10721400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P10 = base, P50 = mediana, P90 = topo. Cada linha é o hiato que sobra depois dos controles.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6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Gap de renda Homem Branco ↔ Mulher Negra — decomposição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 · gap total (linha) = efeito raça + efeito gênero + interação (o 'extra' de ser as duas coisas) · série 2012–2026</a:t>
            </a:r>
          </a:p>
        </p:txBody>
      </p:sp>
      <p:pic>
        <p:nvPicPr>
          <p:cNvPr id="4" name="Picture 3" descr="apr_dupla_desvantag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8429" y="1536192"/>
            <a:ext cx="10434837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Do abismo entre o grupo mais e o menos favorecido, quanto é raça, quanto é gênero, quanto é a soma dos dois.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6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Validação cruzada — nosso pipeline vs. IBGE 'Desigualdades Sociais por Cor ou Raça' (2021)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taxa de desocupação e informalidade (% sem contribuição previdenciária), Brasil, 2021 · fontes independentes</a:t>
            </a:r>
          </a:p>
        </p:txBody>
      </p:sp>
      <p:pic>
        <p:nvPicPr>
          <p:cNvPr id="4" name="Picture 3" descr="apr_validacao_ib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1092" y="1536192"/>
            <a:ext cx="9549510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Reproduzimos os números oficiais dentro de ~1-3 p.p. — diferenças cabem em universo/definição (a 'informalidade' do IBGE é um composto mais amplo). O hiato de renda Branca vs. Preta em 2021 dá ~70% no nosso pipeline (Branca vs. Negra combinada) vs. 76% do IBGE (Branca vs. Preta só) — Preta ganha menos que Parda, daí a diferença.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6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D9086"/>
                </a:solidFill>
              </a:defRPr>
            </a:pPr>
            <a:r>
              <a:t>Outras análises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84048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5C4F3F"/>
                </a:solidFill>
              </a:defRPr>
            </a:pPr>
            <a:r>
              <a:t>Análises complementares, fora da árvore. Nesta seção o título fica na própria imagem.</a:t>
            </a:r>
          </a:p>
        </p:txBody>
      </p:sp>
    </p:spTree>
  </p:cSld>
  <p:clrMapOvr>
    <a:masterClrMapping/>
  </p:clrMapOvr>
</p:sld>
</file>

<file path=ppt/slides/slide6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0175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5C4F3F"/>
                </a:solidFill>
              </a:defRPr>
            </a:pPr>
            <a:r>
              <a:t>É ocupação, ou é cor da pele? — decomposição do hiato</a:t>
            </a:r>
          </a:p>
        </p:txBody>
      </p:sp>
    </p:spTree>
  </p:cSld>
  <p:clrMapOvr>
    <a:masterClrMapping/>
  </p:clrMapOvr>
</p:sld>
</file>

<file path=ppt/slides/slide6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Quanto idade, escolaridade e ocupação explicam do hiato Branca vs. Negra.</a:t>
            </a:r>
          </a:p>
        </p:txBody>
      </p:sp>
      <p:pic>
        <p:nvPicPr>
          <p:cNvPr id="3" name="Picture 2" descr="decomposicao_hiato_ocupacio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855" y="868680"/>
            <a:ext cx="10897985" cy="52120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617220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Padronização direta: 67% bruto → 30% (+escolaridade) → 24% (+ocupação, residual). Ocupação sozinha: 33%.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6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Quanto idade, escolaridade e ocupação explicam do hiato Branca vs. Negra.</a:t>
            </a:r>
          </a:p>
        </p:txBody>
      </p:sp>
      <p:pic>
        <p:nvPicPr>
          <p:cNvPr id="3" name="Picture 2" descr="oaxaca_blinder_decomposica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0195" y="868680"/>
            <a:ext cx="8431305" cy="52120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617220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Regressão (Oaxaca-Blinder) com teste de significância: resíduo +22% (p&lt;0,001).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6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Quanto idade, escolaridade e ocupação explicam do hiato Branca vs. Negra.</a:t>
            </a:r>
          </a:p>
        </p:txBody>
      </p:sp>
      <p:pic>
        <p:nvPicPr>
          <p:cNvPr id="3" name="Picture 2" descr="oaxaca_blinder_quant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8331" y="868680"/>
            <a:ext cx="8055032" cy="52120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617220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O resíduo não é uniforme: ~15% na mediana, ~31% na base (piso pegajoso), ~36% no topo (teto de vidro).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6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Quanto idade, escolaridade e ocupação explicam do hiato Branca vs. Negra.</a:t>
            </a:r>
          </a:p>
        </p:txBody>
      </p:sp>
      <p:pic>
        <p:nvPicPr>
          <p:cNvPr id="3" name="Picture 2" descr="renda_por_raca_ocupaca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7391" y="868680"/>
            <a:ext cx="7296912" cy="52120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617220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Dentro de CADA categoria ocupacional, Branca ganha mais que Negra.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6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0175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5C4F3F"/>
                </a:solidFill>
              </a:defRPr>
            </a:pPr>
            <a:r>
              <a:t>Raça × A × B — combinações com ocupação (pooled 8 trimestres)</a:t>
            </a:r>
          </a:p>
        </p:txBody>
      </p:sp>
    </p:spTree>
  </p:cSld>
  <p:clrMapOvr>
    <a:masterClrMapping/>
  </p:clrMapOvr>
</p:sld>
</file>

<file path=ppt/slides/slide6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Heatmaps raça × 2 dimensões. Ocupação (11 categorias) só no snapshot pooled — célula por trimestre isolado fica fina demais.</a:t>
            </a:r>
          </a:p>
        </p:txBody>
      </p:sp>
      <p:pic>
        <p:nvPicPr>
          <p:cNvPr id="3" name="Picture 2" descr="raca_genero_geraca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406" y="868680"/>
            <a:ext cx="11130882" cy="52120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617220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por raça, gênero e geração.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6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Heatmaps raça × 2 dimensões. Ocupação (11 categorias) só no snapshot pooled — célula por trimestre isolado fica fina demais.</a:t>
            </a:r>
          </a:p>
        </p:txBody>
      </p:sp>
      <p:pic>
        <p:nvPicPr>
          <p:cNvPr id="3" name="Picture 2" descr="raca_genero_ocupaca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6091" y="868680"/>
            <a:ext cx="8419513" cy="52120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617220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por raça, gênero e ocupação.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6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Heatmaps raça × 2 dimensões. Ocupação (11 categorias) só no snapshot pooled — célula por trimestre isolado fica fina demais.</a:t>
            </a:r>
          </a:p>
        </p:txBody>
      </p:sp>
      <p:pic>
        <p:nvPicPr>
          <p:cNvPr id="3" name="Picture 2" descr="raca_faixa_etaria_escolarida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4936" y="868680"/>
            <a:ext cx="9801822" cy="52120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617220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por raça, faixa etária e escolaridade.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6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Heatmaps raça × 2 dimensões. Ocupação (11 categorias) só no snapshot pooled — célula por trimestre isolado fica fina demais.</a:t>
            </a:r>
          </a:p>
        </p:txBody>
      </p:sp>
      <p:pic>
        <p:nvPicPr>
          <p:cNvPr id="3" name="Picture 2" descr="raca_faixa_etaria_ocupaca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6091" y="868680"/>
            <a:ext cx="8419513" cy="52120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617220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por raça, faixa etária e ocupação.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6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Heatmaps raça × 2 dimensões. Ocupação (11 categorias) só no snapshot pooled — célula por trimestre isolado fica fina demais.</a:t>
            </a:r>
          </a:p>
        </p:txBody>
      </p:sp>
      <p:pic>
        <p:nvPicPr>
          <p:cNvPr id="3" name="Picture 2" descr="raca_geracao_escolarida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4936" y="868680"/>
            <a:ext cx="9801822" cy="52120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617220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por raça, geração e escolaridade.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6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Heatmaps raça × 2 dimensões. Ocupação (11 categorias) só no snapshot pooled — célula por trimestre isolado fica fina demais.</a:t>
            </a:r>
          </a:p>
        </p:txBody>
      </p:sp>
      <p:pic>
        <p:nvPicPr>
          <p:cNvPr id="3" name="Picture 2" descr="raca_geracao_ocupaca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6091" y="868680"/>
            <a:ext cx="8419513" cy="52120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617220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por raça, geração e ocupação.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6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Heatmaps raça × 2 dimensões. Ocupação (11 categorias) só no snapshot pooled — célula por trimestre isolado fica fina demais.</a:t>
            </a:r>
          </a:p>
        </p:txBody>
      </p:sp>
      <p:pic>
        <p:nvPicPr>
          <p:cNvPr id="3" name="Picture 2" descr="raca_escolaridade_ocupaca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5161" y="868680"/>
            <a:ext cx="9221372" cy="52120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617220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Mesmo nível de instrução E mesma ocupação — o hiato ainda aparece na maioria das células.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6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0175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5C4F3F"/>
                </a:solidFill>
              </a:defRPr>
            </a:pPr>
            <a:r>
              <a:t>Região, segregação e quebras estruturais</a:t>
            </a:r>
          </a:p>
        </p:txBody>
      </p:sp>
    </p:spTree>
  </p:cSld>
  <p:clrMapOvr>
    <a:masterClrMapping/>
  </p:clrMapOvr>
</p:sld>
</file>

<file path=ppt/slides/slide6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hiato_racial_por_regia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3767" y="868680"/>
            <a:ext cx="10424160" cy="52120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617220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O hiato varia MUITO por região: ~65-85% no Sudeste vs. ~45-55% no Sul.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6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egregacao_ocupacio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3767" y="868680"/>
            <a:ext cx="10424160" cy="52120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617220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Duncan: ~17% de um grupo precisaria trocar de categoria ocupacional pra igualar o outro.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6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hiato_quebra_estrutur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8699" y="868680"/>
            <a:ext cx="10334296" cy="52120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617220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Teste tipo Chow: mudança de patamar/inclinação significativa nos 3 eventos testados.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6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0175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5C4F3F"/>
                </a:solidFill>
              </a:defRPr>
            </a:pPr>
            <a:r>
              <a:t>Novas variáveis da PNAD</a:t>
            </a:r>
          </a:p>
        </p:txBody>
      </p:sp>
    </p:spTree>
  </p:cSld>
  <p:clrMapOvr>
    <a:masterClrMapping/>
  </p:clrMapOvr>
</p:sld>
</file>

<file path=ppt/slides/slide6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Informalidade, jornada, alfabetização, desalento.</a:t>
            </a:r>
          </a:p>
        </p:txBody>
      </p:sp>
      <p:pic>
        <p:nvPicPr>
          <p:cNvPr id="3" name="Picture 2" descr="informalidade_carteira_assinad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3767" y="868680"/>
            <a:ext cx="10424160" cy="52120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617220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% com carteira: Branca 72%, Negra 63%, Indígena 52% (2026 T2).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6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Informalidade, jornada, alfabetização, desalento.</a:t>
            </a:r>
          </a:p>
        </p:txBody>
      </p:sp>
      <p:pic>
        <p:nvPicPr>
          <p:cNvPr id="3" name="Picture 2" descr="renda_por_ho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3767" y="868680"/>
            <a:ext cx="10424160" cy="52120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617220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O hiato sobrevive quase intacto na renda POR HORA — não é jornada, é remuneração.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6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Informalidade, jornada, alfabetização, desalento.</a:t>
            </a:r>
          </a:p>
        </p:txBody>
      </p:sp>
      <p:pic>
        <p:nvPicPr>
          <p:cNvPr id="3" name="Picture 2" descr="alfabetizacao_60ma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3767" y="868680"/>
            <a:ext cx="10424160" cy="52120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617220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60+ anos: Branca 93%, Negra 80%, Indígena 72% alfabetizados.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6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Informalidade, jornada, alfabetização, desalento.</a:t>
            </a:r>
          </a:p>
        </p:txBody>
      </p:sp>
      <p:pic>
        <p:nvPicPr>
          <p:cNvPr id="3" name="Picture 2" descr="desalen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3767" y="868680"/>
            <a:ext cx="10424160" cy="52120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617220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Fora da força de trabalho, Negra e Indígena desistem de procurar emprego a taxas 2-4x a de Branca.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6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0175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5C4F3F"/>
                </a:solidFill>
              </a:defRPr>
            </a:pPr>
            <a:r>
              <a:t>Topo 10% — limiar DENTRO de cada raça (série histórica)</a:t>
            </a:r>
          </a:p>
        </p:txBody>
      </p:sp>
    </p:spTree>
  </p:cSld>
  <p:clrMapOvr>
    <a:masterClrMapping/>
  </p:clrMapOvr>
</p:sld>
</file>

<file path=ppt/slides/slide6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Complementa a seção de topo 10% / base 10% / quartis (limiares Brasil / gênero / raça×gênero): aqui o P90 é calculado dentro de cada raça, 2012–2026.</a:t>
            </a:r>
          </a:p>
        </p:txBody>
      </p:sp>
      <p:pic>
        <p:nvPicPr>
          <p:cNvPr id="3" name="Picture 2" descr="topo10_gen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3767" y="868680"/>
            <a:ext cx="10424160" cy="52120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617220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% de mulheres no topo 10% de cada raça.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6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Complementa a seção de topo 10% / base 10% / quartis (limiares Brasil / gênero / raça×gênero): aqui o P90 é calculado dentro de cada raça, 2012–2026.</a:t>
            </a:r>
          </a:p>
        </p:txBody>
      </p:sp>
      <p:pic>
        <p:nvPicPr>
          <p:cNvPr id="3" name="Picture 2" descr="topo10_escolarida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3767" y="868680"/>
            <a:ext cx="10424160" cy="52120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617220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% com Superior completo no topo 10% — negros 38%→58%, brancos ~83%.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6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Complementa a seção de topo 10% / base 10% / quartis (limiares Brasil / gênero / raça×gênero): aqui o P90 é calculado dentro de cada raça, 2012–2026.</a:t>
            </a:r>
          </a:p>
        </p:txBody>
      </p:sp>
      <p:pic>
        <p:nvPicPr>
          <p:cNvPr id="3" name="Picture 2" descr="topo10_escolaridade_composica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3358" y="868680"/>
            <a:ext cx="9884979" cy="52120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617220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Distribuição pelos 7 níveis — o topo negro tem mais Médio completo (23%) que o branco (10%).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6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Complementa a seção de topo 10% / base 10% / quartis (limiares Brasil / gênero / raça×gênero): aqui o P90 é calculado dentro de cada raça, 2012–2026.</a:t>
            </a:r>
          </a:p>
        </p:txBody>
      </p:sp>
      <p:pic>
        <p:nvPicPr>
          <p:cNvPr id="3" name="Picture 2" descr="topo10_faixa_etar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7593" y="868680"/>
            <a:ext cx="9476509" cy="52120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617220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Composição por faixa etária do topo 10%.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6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Complementa a seção de topo 10% / base 10% / quartis (limiares Brasil / gênero / raça×gênero): aqui o P90 é calculado dentro de cada raça, 2012–2026.</a:t>
            </a:r>
          </a:p>
        </p:txBody>
      </p:sp>
      <p:pic>
        <p:nvPicPr>
          <p:cNvPr id="3" name="Picture 2" descr="topo10_geraca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7593" y="868680"/>
            <a:ext cx="9476509" cy="52120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617220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Composição por geração — topo negro pende a Millennial/Z; branco a Boomer/X.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6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0175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5C4F3F"/>
                </a:solidFill>
              </a:defRPr>
            </a:pPr>
            <a:r>
              <a:t>4 quartis — limiar DENTRO de cada raça (série histórica)</a:t>
            </a:r>
          </a:p>
        </p:txBody>
      </p:sp>
    </p:spTree>
  </p:cSld>
  <p:clrMapOvr>
    <a:masterClrMapping/>
  </p:clrMapOvr>
</p:sld>
</file>

<file path=ppt/slides/slide6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Complementa a seção de topo 10% / base 10% / quartis: P25/P50/P75 dentro de cada raça, 2012–2026.</a:t>
            </a:r>
          </a:p>
        </p:txBody>
      </p:sp>
      <p:pic>
        <p:nvPicPr>
          <p:cNvPr id="3" name="Picture 2" descr="quartis_gen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567" y="868680"/>
            <a:ext cx="11338560" cy="35112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617220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% de mulheres por quartil — maioria entre as mais pobres nas duas raças.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6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Complementa a seção de topo 10% / base 10% / quartis: P25/P50/P75 dentro de cada raça, 2012–2026.</a:t>
            </a:r>
          </a:p>
        </p:txBody>
      </p:sp>
      <p:pic>
        <p:nvPicPr>
          <p:cNvPr id="3" name="Picture 2" descr="quartis_escolarida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567" y="868680"/>
            <a:ext cx="11338560" cy="35112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617220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% com Superior completo cresce em todo quartil, mas o hiato se abre no Q4 (~72% vs. ~40%).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6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Complementa a seção de topo 10% / base 10% / quartis: P25/P50/P75 dentro de cada raça, 2012–2026.</a:t>
            </a:r>
          </a:p>
        </p:txBody>
      </p:sp>
      <p:pic>
        <p:nvPicPr>
          <p:cNvPr id="3" name="Picture 2" descr="quartis_escolaridade_composica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567" y="868680"/>
            <a:ext cx="11338560" cy="340156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617220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Distribuição pelos 7 níveis, um painel por quartil.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6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Complementa a seção de topo 10% / base 10% / quartis: P25/P50/P75 dentro de cada raça, 2012–2026.</a:t>
            </a:r>
          </a:p>
        </p:txBody>
      </p:sp>
      <p:pic>
        <p:nvPicPr>
          <p:cNvPr id="3" name="Picture 2" descr="quartis_faixa_etar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567" y="868680"/>
            <a:ext cx="11338560" cy="340156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617220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Composição por faixa etária, um painel por quartil.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6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Complementa a seção de topo 10% / base 10% / quartis: P25/P50/P75 dentro de cada raça, 2012–2026.</a:t>
            </a:r>
          </a:p>
        </p:txBody>
      </p:sp>
      <p:pic>
        <p:nvPicPr>
          <p:cNvPr id="3" name="Picture 2" descr="quartis_geraca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567" y="868680"/>
            <a:ext cx="11338560" cy="340156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617220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Composição por geração, um painel por quartil.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6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0175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5C4F3F"/>
                </a:solidFill>
              </a:defRPr>
            </a:pPr>
            <a:r>
              <a:t>Desigualdade interna, setor público/privado, sobre-qualificação</a:t>
            </a:r>
          </a:p>
        </p:txBody>
      </p:sp>
    </p:spTree>
  </p:cSld>
  <p:clrMapOvr>
    <a:masterClrMapping/>
  </p:clrMapOvr>
</p:sld>
</file>

<file path=ppt/slides/slide6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gini_por_rac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3767" y="868680"/>
            <a:ext cx="10424160" cy="52120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617220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Gini DENTRO de cada raça — Branca tem mais desigualdade interna (distribuição mais comprimida na base).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6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heil_decomposica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3767" y="868680"/>
            <a:ext cx="10424160" cy="52120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617220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Só ~7% da desigualdade total do Brasil vem de diferença ENTRE raças — 93% é dentro de cada uma.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6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hiato_setor_publico_priva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3767" y="868680"/>
            <a:ext cx="10424160" cy="52120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617220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menor no Público (~45-50%) que no Privado (~58-65%).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6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egregacao_setor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3767" y="868680"/>
            <a:ext cx="10424160" cy="52120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617220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Segregação por setor (10%) &lt; por ocupação (17%).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6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obrequalificaca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3767" y="868680"/>
            <a:ext cx="10424160" cy="52120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617220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Negros com Superior completo em ocupação elementar: quase o dobro da taxa de brancos.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6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0175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5C4F3F"/>
                </a:solidFill>
              </a:defRPr>
            </a:pPr>
            <a:r>
              <a:t>A função quantil da renda em R$, e sua inversa</a:t>
            </a:r>
          </a:p>
        </p:txBody>
      </p:sp>
    </p:spTree>
  </p:cSld>
  <p:clrMapOvr>
    <a:masterClrMapping/>
  </p:clrMapOvr>
</p:sld>
</file>

<file path=ppt/slides/slide6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uncao_quantil_ra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2228" y="868680"/>
            <a:ext cx="9247238" cy="52120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617220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Em R$: P10 R$1.500 vs R$720; P50 R$3.000 vs R$2.000; P90 R$10.000 vs R$5.000.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6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hiato_por_percent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7593" y="868680"/>
            <a:ext cx="9476509" cy="52120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617220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O hiato bruto por percentil não é uniforme — maior na base (108% no P10) e no topo (100% no P90).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slides/slide6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ercentil_de_valor_ra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8699" y="868680"/>
            <a:ext cx="10334296" cy="52120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617220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R$3.000 = P57 entre brancos (meio), mas P76 entre negros (quase o topo).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Elaboração própria.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