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B0B0B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2514E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2514E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bruto 67% → 64% (só idade) → 30% (+escolaridade) → 24% (+ocupação, residual).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Escolaridade × Raça × Gênero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