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2B2018"/>
                </a:solidFill>
              </a:defRPr>
            </a:pPr>
            <a:r>
              <a:t>Datahub de Análise Racial no Brasil</a:t>
            </a:r>
          </a:p>
          <a:p>
            <a:pPr>
              <a:spcBef>
                <a:spcPts val="1200"/>
              </a:spcBef>
              <a:defRPr sz="2000">
                <a:solidFill>
                  <a:srgbClr val="5C4F3F"/>
                </a:solidFill>
              </a:defRPr>
            </a:pPr>
            <a:r>
              <a:t>Fase 1 — PNAD Contínua (2012–2026) · Análise exploratória</a:t>
            </a:r>
          </a:p>
          <a:p>
            <a:pPr>
              <a:spcBef>
                <a:spcPts val="2400"/>
              </a:spcBef>
              <a:defRPr sz="1300">
                <a:solidFill>
                  <a:srgbClr val="5C4F3F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grande e persistente entre Branca e Negra/Indígena; estreitamento leve 2012→2026.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e Parda andam próximas, com Parda ultrapassando levemente nos últimos anos.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Hiato Branca vs. Negra — série histórica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 teste de significância (Welch, IC 95%)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ercen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relativo caiu de ~76% para ~66% — todos os 58 trimestres são estatisticamente significativos.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absolu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Em R$, o hiato disparou na pandemia (pico ~R$2.035) antes de recuar.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É ocupação, ou é cor da pele?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Decomposição: quanto idade, escolaridade e ocupação explicam do hiato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composicao_hiat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37905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bruto 67% → 64% (só idade) → 30% (+escolaridade) → 24% (+ocupação, residual). Ocupação SOZINHA (isolada, sem outros controles) já leva o hiato a 33%.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axaca_blinder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359" y="320040"/>
            <a:ext cx="9022976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Mesma pergunta via regressão (Oaxaca-Blinder), com teste de significância: resíduo de +22% (p&lt;0,001) — bate com a padronização direta. Ocupação sozinha explica 40% do hiato (p&lt;0,001).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axaca_blinder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698" y="320040"/>
            <a:ext cx="8620298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residual não é uniforme: menor na mediana (~15%), maior na base (~31%, 'piso pegajoso') e no topo (~36%, 'teto de vidro').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360" y="320040"/>
            <a:ext cx="7808975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Dentro de CADA categoria ocupacional, Branca ganha mais que Negra — o hiato não é só 'estar em ocupações diferentes'.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cruzada com tudo: as combinações que faltavam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Heatmaps raça × 2 dimensões, um painel por raça — fecha a matriz completa pedida pelo usuário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nero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2665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gênero e geração.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nero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669" y="320040"/>
            <a:ext cx="9010356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gênero e ocupação.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faixa_etari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013" y="320040"/>
            <a:ext cx="10489669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faixa etária e escolaridade.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faixa_etaria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669" y="320040"/>
            <a:ext cx="9010356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faixa etária e ocupação.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r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013" y="320040"/>
            <a:ext cx="10489669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geração e escolaridade.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racao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669" y="320040"/>
            <a:ext cx="9010356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geração e ocupação.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escolaridade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604" y="320040"/>
            <a:ext cx="9868486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escolaridade e ocupação — dentro do mesmo nível de instrução E mesma ocupação, o hiato racial ainda aparece na maioria das células.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Aprofundamentos: região, segregação e quebras estruturais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Rodada 3 — a pedido do usuário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regi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racial varia MUITO por região: ~65-85% no Sudeste vs. ~45-55% no Sul.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Índice de Duncan: ~17% da população Branca ou Negra precisaria trocar de categoria ocupacional pra igualar a distribuição do outro grupo.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quebra_estrutu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92" y="320040"/>
            <a:ext cx="110595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Teste tipo Chow: mudança de patamar/inclinação estatisticamente significativa nos 3 eventos testados (reforma trabalhista, reforma da previdência, recessão 2015-16).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Aprofundamentos: novas variáveis da PNAD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Informalidade, jornada, alfabetização, desalento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formalidade_carteira_assin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com carteira assinada: Branca 72%, Negra 63%, Indígena 52% (2026 T2).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h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sobrevive quase intacto na renda POR HORA — não vem de jornada menor, é remuneração por hora menor mesmo.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fabetizacao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Analfabetismo residual (60+ anos): Branca 93%, Negra 80%, Indígena 72% alfabetizados.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al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Entre quem está fora da força de trabalho, Negra e Indígena desistem de procurar emprego a taxas 2-4x maiores que Branca.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Geração: seguindo a mesma coorte, não a mesma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A PNAD é um corte transversal repetido — 'pessoas de 14-17 anos' em 2012 e 2026 são pessoas diferentes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Cada linha é a MESMA coorte de nascimento envelhecendo — o hiato varia bastante entre gerações e ao longo do tempo dentro de cada uma.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geracao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46" y="320040"/>
            <a:ext cx="10648603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geração e raça, cada uma na idade em que está hoje.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Quem está no topo 10%? Negra vs. Branca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Limiar (P90) calculado DENTRO de cada raça, não um corte único pro Brasil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de mulheres no topo 10% de cada raça — Branca sempre um pouco à frente, mas a distância vem encolhendo.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com Superior completo no topo 10% — o topo dos negros ficou muito mais qualificado (38%→58%), mas ainda atrás do topo dos brancos (~83%).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escolaridade_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16" y="320040"/>
            <a:ext cx="1057866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Distribuição completa pelos 7 níveis: o topo dos negros tem mais Médio completo (23%) que o dos brancos (10%) — o hiato de Superior completo não é a única diferença.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faixa etária do topo 10%, média dos últimos 8 trimestres.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geração do topo 10% — o topo dos negros pende um pouco mais para Millennial/Geração Z; o dos brancos, para Baby Boomer/Geração X.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Decomposição dos 4 quartis de renda — Negra vs. Branca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Generaliza o topo 10% pra toda a distribuição: Q1 (25% mais pobres) a Q4 (25% mais ricos), limiar DENTRO de cada raça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4829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de mulheres por quartil — maioria entre as mais pobres, minoria entre as mais ricas, nas duas raças; a distância entre raças é maior no Q4.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4829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com Superior completo cresce em todos os quartis nas duas raças, mas o hiato racial se abre dramaticamente no Q4 (~72% Branca vs. ~40% Negra).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escolaridade_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3741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Distribuição completa pelos 7 níveis, um painel por quartil — mesmo padrão do topo 10% visível em cada fatia da distribuição.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3741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faixa etária, um painel por quartil — perfil etário parecido entre as raças em cada quartil.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3741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geração, um painel por quartil.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Desigualdade interna, setor público/privado e sobre-qualificação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Sugestões de análise validadas antes de executar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ini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Gini DENTRO de cada raça — Branca tem mais desigualdade interna que Negra (distribuição mais comprimida na base, não 'melhor situação').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heil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Decomposição de Theil: só 7% da desigualdade total do Brasil vem de diferença ENTRE raças — 93% é desigualdade DENTRO de cada uma. Não diminui o hiato racial, mostra que a desigualdade brasileira tem várias causas.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setor_publico_priv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Confirma a hipótese: o hiato racial é menor no setor Público (~45-50%, tabela salarial padronizada) do que no Privado (~58-65%).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seto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Segregação por setor econômico (10%) é menor que por ocupação (17%) — as raças se distribuem mais parecido entre setores do que entre cargos dentro deles.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obrequalific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Negros com Superior completo têm taxa de 'sobre-qualificação' (acabar em ocupação elementar) quase o dobro da de brancos com o mesmo diploma.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A função quantil da renda, em R$, e sua inversa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'Os 10% mais pobres entre os negros ganham quanto comparado aos 10% mais pobres entre os brancos?'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uncao_quantil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64" y="320040"/>
            <a:ext cx="989616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Em R$: no P10, Branca ganha R$1.500 e Negra R$720. No P50 (mediana), R$3.000 vs. R$2.000. No P90, R$10.000 vs. R$5.000.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por_percen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bruto (sem controles) por percentil não é uniforme — é maior na base (108% no P10) e no topo (100% no P90) do que no meio da distribuição.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centil_de_valor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92" y="320040"/>
            <a:ext cx="110595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A pergunta inversa: quem ganha R$3.000 está no P57 entre os brancos (mediano/meio da distribuição), mas já no P76 entre os negros (quase o topo).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gênero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de gênero soma ao de raça, não substitui.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Homens.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Mulheres.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gênero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e Parda por gênero — quatro linhas, mesmo padrão de proximidade.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Homens.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Mulheres.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faixa etária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racial se abre na faixa de maior potencial de renda (40-59 anos).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14-17 anos.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18-24 anos.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25-39 anos.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40-59 anos — maior hiato.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60+ anos.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uma por faixa etária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 por faixa etária, snapshot mais recente.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14-17 anos.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18-24 anos.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25-39 anos.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40-59 anos.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60+ anos.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Escolaridade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O achado central da Fase 1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racial SOBREVIVE ao controle por escolaridade — abre no Superior completo.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completo — maior hiato de todos.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Escolaridade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nível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 por nível de instrução, snapshot mais recente.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completo.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 × Escolaridade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no Superior completo é maior entre homens (~46%).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...do que entre mulheres (~36%).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 × Faixa etária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faixa_etaria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Mesmo efeito de abertura em 40-59 anos, visível nos dois gêneros.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Escolaridade × Raça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(Superior completo, o destaque) + um por nível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Conclusão do superior: hiato racial &gt;2x; mulheres à frente dos homens em todos os grupos.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Todas as dimensões de uma vez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Raça × Gênero × Faixa etária × Escolaridade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completa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5992" y="320040"/>
            <a:ext cx="47197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Seis painéis (raça×gênero), faixa etária × nível de instrução em cada um — o padrão racial se mantém.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