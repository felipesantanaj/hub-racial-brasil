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slides/slide387.xml" ContentType="application/vnd.openxmlformats-officedocument.presentationml.slide+xml"/>
  <Override PartName="/ppt/slides/slide388.xml" ContentType="application/vnd.openxmlformats-officedocument.presentationml.slide+xml"/>
  <Override PartName="/ppt/slides/slide389.xml" ContentType="application/vnd.openxmlformats-officedocument.presentationml.slide+xml"/>
  <Override PartName="/ppt/slides/slide39.xml" ContentType="application/vnd.openxmlformats-officedocument.presentationml.slide+xml"/>
  <Override PartName="/ppt/slides/slide390.xml" ContentType="application/vnd.openxmlformats-officedocument.presentationml.slide+xml"/>
  <Override PartName="/ppt/slides/slide391.xml" ContentType="application/vnd.openxmlformats-officedocument.presentationml.slide+xml"/>
  <Override PartName="/ppt/slides/slide392.xml" ContentType="application/vnd.openxmlformats-officedocument.presentationml.slide+xml"/>
  <Override PartName="/ppt/slides/slide393.xml" ContentType="application/vnd.openxmlformats-officedocument.presentationml.slide+xml"/>
  <Override PartName="/ppt/slides/slide394.xml" ContentType="application/vnd.openxmlformats-officedocument.presentationml.slide+xml"/>
  <Override PartName="/ppt/slides/slide395.xml" ContentType="application/vnd.openxmlformats-officedocument.presentationml.slide+xml"/>
  <Override PartName="/ppt/slides/slide396.xml" ContentType="application/vnd.openxmlformats-officedocument.presentationml.slide+xml"/>
  <Override PartName="/ppt/slides/slide397.xml" ContentType="application/vnd.openxmlformats-officedocument.presentationml.slide+xml"/>
  <Override PartName="/ppt/slides/slide398.xml" ContentType="application/vnd.openxmlformats-officedocument.presentationml.slide+xml"/>
  <Override PartName="/ppt/slides/slide39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00.xml" ContentType="application/vnd.openxmlformats-officedocument.presentationml.slide+xml"/>
  <Override PartName="/ppt/slides/slide401.xml" ContentType="application/vnd.openxmlformats-officedocument.presentationml.slide+xml"/>
  <Override PartName="/ppt/slides/slide402.xml" ContentType="application/vnd.openxmlformats-officedocument.presentationml.slide+xml"/>
  <Override PartName="/ppt/slides/slide403.xml" ContentType="application/vnd.openxmlformats-officedocument.presentationml.slide+xml"/>
  <Override PartName="/ppt/slides/slide404.xml" ContentType="application/vnd.openxmlformats-officedocument.presentationml.slide+xml"/>
  <Override PartName="/ppt/slides/slide405.xml" ContentType="application/vnd.openxmlformats-officedocument.presentationml.slide+xml"/>
  <Override PartName="/ppt/slides/slide406.xml" ContentType="application/vnd.openxmlformats-officedocument.presentationml.slide+xml"/>
  <Override PartName="/ppt/slides/slide407.xml" ContentType="application/vnd.openxmlformats-officedocument.presentationml.slide+xml"/>
  <Override PartName="/ppt/slides/slide408.xml" ContentType="application/vnd.openxmlformats-officedocument.presentationml.slide+xml"/>
  <Override PartName="/ppt/slides/slide409.xml" ContentType="application/vnd.openxmlformats-officedocument.presentationml.slide+xml"/>
  <Override PartName="/ppt/slides/slide41.xml" ContentType="application/vnd.openxmlformats-officedocument.presentationml.slide+xml"/>
  <Override PartName="/ppt/slides/slide410.xml" ContentType="application/vnd.openxmlformats-officedocument.presentationml.slide+xml"/>
  <Override PartName="/ppt/slides/slide411.xml" ContentType="application/vnd.openxmlformats-officedocument.presentationml.slide+xml"/>
  <Override PartName="/ppt/slides/slide412.xml" ContentType="application/vnd.openxmlformats-officedocument.presentationml.slide+xml"/>
  <Override PartName="/ppt/slides/slide413.xml" ContentType="application/vnd.openxmlformats-officedocument.presentationml.slide+xml"/>
  <Override PartName="/ppt/slides/slide414.xml" ContentType="application/vnd.openxmlformats-officedocument.presentationml.slide+xml"/>
  <Override PartName="/ppt/slides/slide415.xml" ContentType="application/vnd.openxmlformats-officedocument.presentationml.slide+xml"/>
  <Override PartName="/ppt/slides/slide416.xml" ContentType="application/vnd.openxmlformats-officedocument.presentationml.slide+xml"/>
  <Override PartName="/ppt/slides/slide417.xml" ContentType="application/vnd.openxmlformats-officedocument.presentationml.slide+xml"/>
  <Override PartName="/ppt/slides/slide418.xml" ContentType="application/vnd.openxmlformats-officedocument.presentationml.slide+xml"/>
  <Override PartName="/ppt/slides/slide419.xml" ContentType="application/vnd.openxmlformats-officedocument.presentationml.slide+xml"/>
  <Override PartName="/ppt/slides/slide42.xml" ContentType="application/vnd.openxmlformats-officedocument.presentationml.slide+xml"/>
  <Override PartName="/ppt/slides/slide420.xml" ContentType="application/vnd.openxmlformats-officedocument.presentationml.slide+xml"/>
  <Override PartName="/ppt/slides/slide421.xml" ContentType="application/vnd.openxmlformats-officedocument.presentationml.slide+xml"/>
  <Override PartName="/ppt/slides/slide422.xml" ContentType="application/vnd.openxmlformats-officedocument.presentationml.slide+xml"/>
  <Override PartName="/ppt/slides/slide423.xml" ContentType="application/vnd.openxmlformats-officedocument.presentationml.slide+xml"/>
  <Override PartName="/ppt/slides/slide424.xml" ContentType="application/vnd.openxmlformats-officedocument.presentationml.slide+xml"/>
  <Override PartName="/ppt/slides/slide425.xml" ContentType="application/vnd.openxmlformats-officedocument.presentationml.slide+xml"/>
  <Override PartName="/ppt/slides/slide426.xml" ContentType="application/vnd.openxmlformats-officedocument.presentationml.slide+xml"/>
  <Override PartName="/ppt/slides/slide427.xml" ContentType="application/vnd.openxmlformats-officedocument.presentationml.slide+xml"/>
  <Override PartName="/ppt/slides/slide428.xml" ContentType="application/vnd.openxmlformats-officedocument.presentationml.slide+xml"/>
  <Override PartName="/ppt/slides/slide429.xml" ContentType="application/vnd.openxmlformats-officedocument.presentationml.slide+xml"/>
  <Override PartName="/ppt/slides/slide43.xml" ContentType="application/vnd.openxmlformats-officedocument.presentationml.slide+xml"/>
  <Override PartName="/ppt/slides/slide430.xml" ContentType="application/vnd.openxmlformats-officedocument.presentationml.slide+xml"/>
  <Override PartName="/ppt/slides/slide431.xml" ContentType="application/vnd.openxmlformats-officedocument.presentationml.slide+xml"/>
  <Override PartName="/ppt/slides/slide432.xml" ContentType="application/vnd.openxmlformats-officedocument.presentationml.slide+xml"/>
  <Override PartName="/ppt/slides/slide433.xml" ContentType="application/vnd.openxmlformats-officedocument.presentationml.slide+xml"/>
  <Override PartName="/ppt/slides/slide434.xml" ContentType="application/vnd.openxmlformats-officedocument.presentationml.slide+xml"/>
  <Override PartName="/ppt/slides/slide435.xml" ContentType="application/vnd.openxmlformats-officedocument.presentationml.slide+xml"/>
  <Override PartName="/ppt/slides/slide436.xml" ContentType="application/vnd.openxmlformats-officedocument.presentationml.slide+xml"/>
  <Override PartName="/ppt/slides/slide437.xml" ContentType="application/vnd.openxmlformats-officedocument.presentationml.slide+xml"/>
  <Override PartName="/ppt/slides/slide438.xml" ContentType="application/vnd.openxmlformats-officedocument.presentationml.slide+xml"/>
  <Override PartName="/ppt/slides/slide439.xml" ContentType="application/vnd.openxmlformats-officedocument.presentationml.slide+xml"/>
  <Override PartName="/ppt/slides/slide44.xml" ContentType="application/vnd.openxmlformats-officedocument.presentationml.slide+xml"/>
  <Override PartName="/ppt/slides/slide440.xml" ContentType="application/vnd.openxmlformats-officedocument.presentationml.slide+xml"/>
  <Override PartName="/ppt/slides/slide441.xml" ContentType="application/vnd.openxmlformats-officedocument.presentationml.slide+xml"/>
  <Override PartName="/ppt/slides/slide442.xml" ContentType="application/vnd.openxmlformats-officedocument.presentationml.slide+xml"/>
  <Override PartName="/ppt/slides/slide443.xml" ContentType="application/vnd.openxmlformats-officedocument.presentationml.slide+xml"/>
  <Override PartName="/ppt/slides/slide444.xml" ContentType="application/vnd.openxmlformats-officedocument.presentationml.slide+xml"/>
  <Override PartName="/ppt/slides/slide445.xml" ContentType="application/vnd.openxmlformats-officedocument.presentationml.slide+xml"/>
  <Override PartName="/ppt/slides/slide446.xml" ContentType="application/vnd.openxmlformats-officedocument.presentationml.slide+xml"/>
  <Override PartName="/ppt/slides/slide447.xml" ContentType="application/vnd.openxmlformats-officedocument.presentationml.slide+xml"/>
  <Override PartName="/ppt/slides/slide448.xml" ContentType="application/vnd.openxmlformats-officedocument.presentationml.slide+xml"/>
  <Override PartName="/ppt/slides/slide449.xml" ContentType="application/vnd.openxmlformats-officedocument.presentationml.slide+xml"/>
  <Override PartName="/ppt/slides/slide45.xml" ContentType="application/vnd.openxmlformats-officedocument.presentationml.slide+xml"/>
  <Override PartName="/ppt/slides/slide450.xml" ContentType="application/vnd.openxmlformats-officedocument.presentationml.slide+xml"/>
  <Override PartName="/ppt/slides/slide451.xml" ContentType="application/vnd.openxmlformats-officedocument.presentationml.slide+xml"/>
  <Override PartName="/ppt/slides/slide452.xml" ContentType="application/vnd.openxmlformats-officedocument.presentationml.slide+xml"/>
  <Override PartName="/ppt/slides/slide453.xml" ContentType="application/vnd.openxmlformats-officedocument.presentationml.slide+xml"/>
  <Override PartName="/ppt/slides/slide454.xml" ContentType="application/vnd.openxmlformats-officedocument.presentationml.slide+xml"/>
  <Override PartName="/ppt/slides/slide455.xml" ContentType="application/vnd.openxmlformats-officedocument.presentationml.slide+xml"/>
  <Override PartName="/ppt/slides/slide456.xml" ContentType="application/vnd.openxmlformats-officedocument.presentationml.slide+xml"/>
  <Override PartName="/ppt/slides/slide457.xml" ContentType="application/vnd.openxmlformats-officedocument.presentationml.slide+xml"/>
  <Override PartName="/ppt/slides/slide458.xml" ContentType="application/vnd.openxmlformats-officedocument.presentationml.slide+xml"/>
  <Override PartName="/ppt/slides/slide459.xml" ContentType="application/vnd.openxmlformats-officedocument.presentationml.slide+xml"/>
  <Override PartName="/ppt/slides/slide46.xml" ContentType="application/vnd.openxmlformats-officedocument.presentationml.slide+xml"/>
  <Override PartName="/ppt/slides/slide460.xml" ContentType="application/vnd.openxmlformats-officedocument.presentationml.slide+xml"/>
  <Override PartName="/ppt/slides/slide461.xml" ContentType="application/vnd.openxmlformats-officedocument.presentationml.slide+xml"/>
  <Override PartName="/ppt/slides/slide462.xml" ContentType="application/vnd.openxmlformats-officedocument.presentationml.slide+xml"/>
  <Override PartName="/ppt/slides/slide463.xml" ContentType="application/vnd.openxmlformats-officedocument.presentationml.slide+xml"/>
  <Override PartName="/ppt/slides/slide464.xml" ContentType="application/vnd.openxmlformats-officedocument.presentationml.slide+xml"/>
  <Override PartName="/ppt/slides/slide465.xml" ContentType="application/vnd.openxmlformats-officedocument.presentationml.slide+xml"/>
  <Override PartName="/ppt/slides/slide466.xml" ContentType="application/vnd.openxmlformats-officedocument.presentationml.slide+xml"/>
  <Override PartName="/ppt/slides/slide467.xml" ContentType="application/vnd.openxmlformats-officedocument.presentationml.slide+xml"/>
  <Override PartName="/ppt/slides/slide468.xml" ContentType="application/vnd.openxmlformats-officedocument.presentationml.slide+xml"/>
  <Override PartName="/ppt/slides/slide469.xml" ContentType="application/vnd.openxmlformats-officedocument.presentationml.slide+xml"/>
  <Override PartName="/ppt/slides/slide47.xml" ContentType="application/vnd.openxmlformats-officedocument.presentationml.slide+xml"/>
  <Override PartName="/ppt/slides/slide470.xml" ContentType="application/vnd.openxmlformats-officedocument.presentationml.slide+xml"/>
  <Override PartName="/ppt/slides/slide471.xml" ContentType="application/vnd.openxmlformats-officedocument.presentationml.slide+xml"/>
  <Override PartName="/ppt/slides/slide472.xml" ContentType="application/vnd.openxmlformats-officedocument.presentationml.slide+xml"/>
  <Override PartName="/ppt/slides/slide473.xml" ContentType="application/vnd.openxmlformats-officedocument.presentationml.slide+xml"/>
  <Override PartName="/ppt/slides/slide474.xml" ContentType="application/vnd.openxmlformats-officedocument.presentationml.slide+xml"/>
  <Override PartName="/ppt/slides/slide475.xml" ContentType="application/vnd.openxmlformats-officedocument.presentationml.slide+xml"/>
  <Override PartName="/ppt/slides/slide476.xml" ContentType="application/vnd.openxmlformats-officedocument.presentationml.slide+xml"/>
  <Override PartName="/ppt/slides/slide477.xml" ContentType="application/vnd.openxmlformats-officedocument.presentationml.slide+xml"/>
  <Override PartName="/ppt/slides/slide478.xml" ContentType="application/vnd.openxmlformats-officedocument.presentationml.slide+xml"/>
  <Override PartName="/ppt/slides/slide479.xml" ContentType="application/vnd.openxmlformats-officedocument.presentationml.slide+xml"/>
  <Override PartName="/ppt/slides/slide48.xml" ContentType="application/vnd.openxmlformats-officedocument.presentationml.slide+xml"/>
  <Override PartName="/ppt/slides/slide480.xml" ContentType="application/vnd.openxmlformats-officedocument.presentationml.slide+xml"/>
  <Override PartName="/ppt/slides/slide481.xml" ContentType="application/vnd.openxmlformats-officedocument.presentationml.slide+xml"/>
  <Override PartName="/ppt/slides/slide482.xml" ContentType="application/vnd.openxmlformats-officedocument.presentationml.slide+xml"/>
  <Override PartName="/ppt/slides/slide483.xml" ContentType="application/vnd.openxmlformats-officedocument.presentationml.slide+xml"/>
  <Override PartName="/ppt/slides/slide484.xml" ContentType="application/vnd.openxmlformats-officedocument.presentationml.slide+xml"/>
  <Override PartName="/ppt/slides/slide485.xml" ContentType="application/vnd.openxmlformats-officedocument.presentationml.slide+xml"/>
  <Override PartName="/ppt/slides/slide486.xml" ContentType="application/vnd.openxmlformats-officedocument.presentationml.slide+xml"/>
  <Override PartName="/ppt/slides/slide487.xml" ContentType="application/vnd.openxmlformats-officedocument.presentationml.slide+xml"/>
  <Override PartName="/ppt/slides/slide488.xml" ContentType="application/vnd.openxmlformats-officedocument.presentationml.slide+xml"/>
  <Override PartName="/ppt/slides/slide489.xml" ContentType="application/vnd.openxmlformats-officedocument.presentationml.slide+xml"/>
  <Override PartName="/ppt/slides/slide49.xml" ContentType="application/vnd.openxmlformats-officedocument.presentationml.slide+xml"/>
  <Override PartName="/ppt/slides/slide490.xml" ContentType="application/vnd.openxmlformats-officedocument.presentationml.slide+xml"/>
  <Override PartName="/ppt/slides/slide491.xml" ContentType="application/vnd.openxmlformats-officedocument.presentationml.slide+xml"/>
  <Override PartName="/ppt/slides/slide492.xml" ContentType="application/vnd.openxmlformats-officedocument.presentationml.slide+xml"/>
  <Override PartName="/ppt/slides/slide493.xml" ContentType="application/vnd.openxmlformats-officedocument.presentationml.slide+xml"/>
  <Override PartName="/ppt/slides/slide494.xml" ContentType="application/vnd.openxmlformats-officedocument.presentationml.slide+xml"/>
  <Override PartName="/ppt/slides/slide495.xml" ContentType="application/vnd.openxmlformats-officedocument.presentationml.slide+xml"/>
  <Override PartName="/ppt/slides/slide496.xml" ContentType="application/vnd.openxmlformats-officedocument.presentationml.slide+xml"/>
  <Override PartName="/ppt/slides/slide497.xml" ContentType="application/vnd.openxmlformats-officedocument.presentationml.slide+xml"/>
  <Override PartName="/ppt/slides/slide498.xml" ContentType="application/vnd.openxmlformats-officedocument.presentationml.slide+xml"/>
  <Override PartName="/ppt/slides/slide49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00.xml" ContentType="application/vnd.openxmlformats-officedocument.presentationml.slide+xml"/>
  <Override PartName="/ppt/slides/slide501.xml" ContentType="application/vnd.openxmlformats-officedocument.presentationml.slide+xml"/>
  <Override PartName="/ppt/slides/slide502.xml" ContentType="application/vnd.openxmlformats-officedocument.presentationml.slide+xml"/>
  <Override PartName="/ppt/slides/slide503.xml" ContentType="application/vnd.openxmlformats-officedocument.presentationml.slide+xml"/>
  <Override PartName="/ppt/slides/slide504.xml" ContentType="application/vnd.openxmlformats-officedocument.presentationml.slide+xml"/>
  <Override PartName="/ppt/slides/slide505.xml" ContentType="application/vnd.openxmlformats-officedocument.presentationml.slide+xml"/>
  <Override PartName="/ppt/slides/slide506.xml" ContentType="application/vnd.openxmlformats-officedocument.presentationml.slide+xml"/>
  <Override PartName="/ppt/slides/slide507.xml" ContentType="application/vnd.openxmlformats-officedocument.presentationml.slide+xml"/>
  <Override PartName="/ppt/slides/slide508.xml" ContentType="application/vnd.openxmlformats-officedocument.presentationml.slide+xml"/>
  <Override PartName="/ppt/slides/slide509.xml" ContentType="application/vnd.openxmlformats-officedocument.presentationml.slide+xml"/>
  <Override PartName="/ppt/slides/slide51.xml" ContentType="application/vnd.openxmlformats-officedocument.presentationml.slide+xml"/>
  <Override PartName="/ppt/slides/slide510.xml" ContentType="application/vnd.openxmlformats-officedocument.presentationml.slide+xml"/>
  <Override PartName="/ppt/slides/slide511.xml" ContentType="application/vnd.openxmlformats-officedocument.presentationml.slide+xml"/>
  <Override PartName="/ppt/slides/slide512.xml" ContentType="application/vnd.openxmlformats-officedocument.presentationml.slide+xml"/>
  <Override PartName="/ppt/slides/slide513.xml" ContentType="application/vnd.openxmlformats-officedocument.presentationml.slide+xml"/>
  <Override PartName="/ppt/slides/slide514.xml" ContentType="application/vnd.openxmlformats-officedocument.presentationml.slide+xml"/>
  <Override PartName="/ppt/slides/slide515.xml" ContentType="application/vnd.openxmlformats-officedocument.presentationml.slide+xml"/>
  <Override PartName="/ppt/slides/slide516.xml" ContentType="application/vnd.openxmlformats-officedocument.presentationml.slide+xml"/>
  <Override PartName="/ppt/slides/slide517.xml" ContentType="application/vnd.openxmlformats-officedocument.presentationml.slide+xml"/>
  <Override PartName="/ppt/slides/slide518.xml" ContentType="application/vnd.openxmlformats-officedocument.presentationml.slide+xml"/>
  <Override PartName="/ppt/slides/slide519.xml" ContentType="application/vnd.openxmlformats-officedocument.presentationml.slide+xml"/>
  <Override PartName="/ppt/slides/slide52.xml" ContentType="application/vnd.openxmlformats-officedocument.presentationml.slide+xml"/>
  <Override PartName="/ppt/slides/slide520.xml" ContentType="application/vnd.openxmlformats-officedocument.presentationml.slide+xml"/>
  <Override PartName="/ppt/slides/slide521.xml" ContentType="application/vnd.openxmlformats-officedocument.presentationml.slide+xml"/>
  <Override PartName="/ppt/slides/slide522.xml" ContentType="application/vnd.openxmlformats-officedocument.presentationml.slide+xml"/>
  <Override PartName="/ppt/slides/slide523.xml" ContentType="application/vnd.openxmlformats-officedocument.presentationml.slide+xml"/>
  <Override PartName="/ppt/slides/slide524.xml" ContentType="application/vnd.openxmlformats-officedocument.presentationml.slide+xml"/>
  <Override PartName="/ppt/slides/slide525.xml" ContentType="application/vnd.openxmlformats-officedocument.presentationml.slide+xml"/>
  <Override PartName="/ppt/slides/slide526.xml" ContentType="application/vnd.openxmlformats-officedocument.presentationml.slide+xml"/>
  <Override PartName="/ppt/slides/slide527.xml" ContentType="application/vnd.openxmlformats-officedocument.presentationml.slide+xml"/>
  <Override PartName="/ppt/slides/slide528.xml" ContentType="application/vnd.openxmlformats-officedocument.presentationml.slide+xml"/>
  <Override PartName="/ppt/slides/slide529.xml" ContentType="application/vnd.openxmlformats-officedocument.presentationml.slide+xml"/>
  <Override PartName="/ppt/slides/slide53.xml" ContentType="application/vnd.openxmlformats-officedocument.presentationml.slide+xml"/>
  <Override PartName="/ppt/slides/slide530.xml" ContentType="application/vnd.openxmlformats-officedocument.presentationml.slide+xml"/>
  <Override PartName="/ppt/slides/slide531.xml" ContentType="application/vnd.openxmlformats-officedocument.presentationml.slide+xml"/>
  <Override PartName="/ppt/slides/slide532.xml" ContentType="application/vnd.openxmlformats-officedocument.presentationml.slide+xml"/>
  <Override PartName="/ppt/slides/slide533.xml" ContentType="application/vnd.openxmlformats-officedocument.presentationml.slide+xml"/>
  <Override PartName="/ppt/slides/slide534.xml" ContentType="application/vnd.openxmlformats-officedocument.presentationml.slide+xml"/>
  <Override PartName="/ppt/slides/slide535.xml" ContentType="application/vnd.openxmlformats-officedocument.presentationml.slide+xml"/>
  <Override PartName="/ppt/slides/slide536.xml" ContentType="application/vnd.openxmlformats-officedocument.presentationml.slide+xml"/>
  <Override PartName="/ppt/slides/slide537.xml" ContentType="application/vnd.openxmlformats-officedocument.presentationml.slide+xml"/>
  <Override PartName="/ppt/slides/slide538.xml" ContentType="application/vnd.openxmlformats-officedocument.presentationml.slide+xml"/>
  <Override PartName="/ppt/slides/slide539.xml" ContentType="application/vnd.openxmlformats-officedocument.presentationml.slide+xml"/>
  <Override PartName="/ppt/slides/slide54.xml" ContentType="application/vnd.openxmlformats-officedocument.presentationml.slide+xml"/>
  <Override PartName="/ppt/slides/slide540.xml" ContentType="application/vnd.openxmlformats-officedocument.presentationml.slide+xml"/>
  <Override PartName="/ppt/slides/slide541.xml" ContentType="application/vnd.openxmlformats-officedocument.presentationml.slide+xml"/>
  <Override PartName="/ppt/slides/slide542.xml" ContentType="application/vnd.openxmlformats-officedocument.presentationml.slide+xml"/>
  <Override PartName="/ppt/slides/slide543.xml" ContentType="application/vnd.openxmlformats-officedocument.presentationml.slide+xml"/>
  <Override PartName="/ppt/slides/slide544.xml" ContentType="application/vnd.openxmlformats-officedocument.presentationml.slide+xml"/>
  <Override PartName="/ppt/slides/slide545.xml" ContentType="application/vnd.openxmlformats-officedocument.presentationml.slide+xml"/>
  <Override PartName="/ppt/slides/slide546.xml" ContentType="application/vnd.openxmlformats-officedocument.presentationml.slide+xml"/>
  <Override PartName="/ppt/slides/slide547.xml" ContentType="application/vnd.openxmlformats-officedocument.presentationml.slide+xml"/>
  <Override PartName="/ppt/slides/slide548.xml" ContentType="application/vnd.openxmlformats-officedocument.presentationml.slide+xml"/>
  <Override PartName="/ppt/slides/slide549.xml" ContentType="application/vnd.openxmlformats-officedocument.presentationml.slide+xml"/>
  <Override PartName="/ppt/slides/slide55.xml" ContentType="application/vnd.openxmlformats-officedocument.presentationml.slide+xml"/>
  <Override PartName="/ppt/slides/slide550.xml" ContentType="application/vnd.openxmlformats-officedocument.presentationml.slide+xml"/>
  <Override PartName="/ppt/slides/slide551.xml" ContentType="application/vnd.openxmlformats-officedocument.presentationml.slide+xml"/>
  <Override PartName="/ppt/slides/slide552.xml" ContentType="application/vnd.openxmlformats-officedocument.presentationml.slide+xml"/>
  <Override PartName="/ppt/slides/slide553.xml" ContentType="application/vnd.openxmlformats-officedocument.presentationml.slide+xml"/>
  <Override PartName="/ppt/slides/slide554.xml" ContentType="application/vnd.openxmlformats-officedocument.presentationml.slide+xml"/>
  <Override PartName="/ppt/slides/slide555.xml" ContentType="application/vnd.openxmlformats-officedocument.presentationml.slide+xml"/>
  <Override PartName="/ppt/slides/slide556.xml" ContentType="application/vnd.openxmlformats-officedocument.presentationml.slide+xml"/>
  <Override PartName="/ppt/slides/slide557.xml" ContentType="application/vnd.openxmlformats-officedocument.presentationml.slide+xml"/>
  <Override PartName="/ppt/slides/slide558.xml" ContentType="application/vnd.openxmlformats-officedocument.presentationml.slide+xml"/>
  <Override PartName="/ppt/slides/slide559.xml" ContentType="application/vnd.openxmlformats-officedocument.presentationml.slide+xml"/>
  <Override PartName="/ppt/slides/slide56.xml" ContentType="application/vnd.openxmlformats-officedocument.presentationml.slide+xml"/>
  <Override PartName="/ppt/slides/slide560.xml" ContentType="application/vnd.openxmlformats-officedocument.presentationml.slide+xml"/>
  <Override PartName="/ppt/slides/slide561.xml" ContentType="application/vnd.openxmlformats-officedocument.presentationml.slide+xml"/>
  <Override PartName="/ppt/slides/slide562.xml" ContentType="application/vnd.openxmlformats-officedocument.presentationml.slide+xml"/>
  <Override PartName="/ppt/slides/slide563.xml" ContentType="application/vnd.openxmlformats-officedocument.presentationml.slide+xml"/>
  <Override PartName="/ppt/slides/slide564.xml" ContentType="application/vnd.openxmlformats-officedocument.presentationml.slide+xml"/>
  <Override PartName="/ppt/slides/slide565.xml" ContentType="application/vnd.openxmlformats-officedocument.presentationml.slide+xml"/>
  <Override PartName="/ppt/slides/slide566.xml" ContentType="application/vnd.openxmlformats-officedocument.presentationml.slide+xml"/>
  <Override PartName="/ppt/slides/slide567.xml" ContentType="application/vnd.openxmlformats-officedocument.presentationml.slide+xml"/>
  <Override PartName="/ppt/slides/slide568.xml" ContentType="application/vnd.openxmlformats-officedocument.presentationml.slide+xml"/>
  <Override PartName="/ppt/slides/slide569.xml" ContentType="application/vnd.openxmlformats-officedocument.presentationml.slide+xml"/>
  <Override PartName="/ppt/slides/slide57.xml" ContentType="application/vnd.openxmlformats-officedocument.presentationml.slide+xml"/>
  <Override PartName="/ppt/slides/slide570.xml" ContentType="application/vnd.openxmlformats-officedocument.presentationml.slide+xml"/>
  <Override PartName="/ppt/slides/slide571.xml" ContentType="application/vnd.openxmlformats-officedocument.presentationml.slide+xml"/>
  <Override PartName="/ppt/slides/slide572.xml" ContentType="application/vnd.openxmlformats-officedocument.presentationml.slide+xml"/>
  <Override PartName="/ppt/slides/slide573.xml" ContentType="application/vnd.openxmlformats-officedocument.presentationml.slide+xml"/>
  <Override PartName="/ppt/slides/slide574.xml" ContentType="application/vnd.openxmlformats-officedocument.presentationml.slide+xml"/>
  <Override PartName="/ppt/slides/slide575.xml" ContentType="application/vnd.openxmlformats-officedocument.presentationml.slide+xml"/>
  <Override PartName="/ppt/slides/slide576.xml" ContentType="application/vnd.openxmlformats-officedocument.presentationml.slide+xml"/>
  <Override PartName="/ppt/slides/slide577.xml" ContentType="application/vnd.openxmlformats-officedocument.presentationml.slide+xml"/>
  <Override PartName="/ppt/slides/slide578.xml" ContentType="application/vnd.openxmlformats-officedocument.presentationml.slide+xml"/>
  <Override PartName="/ppt/slides/slide579.xml" ContentType="application/vnd.openxmlformats-officedocument.presentationml.slide+xml"/>
  <Override PartName="/ppt/slides/slide58.xml" ContentType="application/vnd.openxmlformats-officedocument.presentationml.slide+xml"/>
  <Override PartName="/ppt/slides/slide580.xml" ContentType="application/vnd.openxmlformats-officedocument.presentationml.slide+xml"/>
  <Override PartName="/ppt/slides/slide581.xml" ContentType="application/vnd.openxmlformats-officedocument.presentationml.slide+xml"/>
  <Override PartName="/ppt/slides/slide582.xml" ContentType="application/vnd.openxmlformats-officedocument.presentationml.slide+xml"/>
  <Override PartName="/ppt/slides/slide583.xml" ContentType="application/vnd.openxmlformats-officedocument.presentationml.slide+xml"/>
  <Override PartName="/ppt/slides/slide584.xml" ContentType="application/vnd.openxmlformats-officedocument.presentationml.slide+xml"/>
  <Override PartName="/ppt/slides/slide585.xml" ContentType="application/vnd.openxmlformats-officedocument.presentationml.slide+xml"/>
  <Override PartName="/ppt/slides/slide586.xml" ContentType="application/vnd.openxmlformats-officedocument.presentationml.slide+xml"/>
  <Override PartName="/ppt/slides/slide587.xml" ContentType="application/vnd.openxmlformats-officedocument.presentationml.slide+xml"/>
  <Override PartName="/ppt/slides/slide588.xml" ContentType="application/vnd.openxmlformats-officedocument.presentationml.slide+xml"/>
  <Override PartName="/ppt/slides/slide589.xml" ContentType="application/vnd.openxmlformats-officedocument.presentationml.slide+xml"/>
  <Override PartName="/ppt/slides/slide59.xml" ContentType="application/vnd.openxmlformats-officedocument.presentationml.slide+xml"/>
  <Override PartName="/ppt/slides/slide590.xml" ContentType="application/vnd.openxmlformats-officedocument.presentationml.slide+xml"/>
  <Override PartName="/ppt/slides/slide591.xml" ContentType="application/vnd.openxmlformats-officedocument.presentationml.slide+xml"/>
  <Override PartName="/ppt/slides/slide592.xml" ContentType="application/vnd.openxmlformats-officedocument.presentationml.slide+xml"/>
  <Override PartName="/ppt/slides/slide593.xml" ContentType="application/vnd.openxmlformats-officedocument.presentationml.slide+xml"/>
  <Override PartName="/ppt/slides/slide594.xml" ContentType="application/vnd.openxmlformats-officedocument.presentationml.slide+xml"/>
  <Override PartName="/ppt/slides/slide595.xml" ContentType="application/vnd.openxmlformats-officedocument.presentationml.slide+xml"/>
  <Override PartName="/ppt/slides/slide596.xml" ContentType="application/vnd.openxmlformats-officedocument.presentationml.slide+xml"/>
  <Override PartName="/ppt/slides/slide597.xml" ContentType="application/vnd.openxmlformats-officedocument.presentationml.slide+xml"/>
  <Override PartName="/ppt/slides/slide598.xml" ContentType="application/vnd.openxmlformats-officedocument.presentationml.slide+xml"/>
  <Override PartName="/ppt/slides/slide59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00.xml" ContentType="application/vnd.openxmlformats-officedocument.presentationml.slide+xml"/>
  <Override PartName="/ppt/slides/slide601.xml" ContentType="application/vnd.openxmlformats-officedocument.presentationml.slide+xml"/>
  <Override PartName="/ppt/slides/slide602.xml" ContentType="application/vnd.openxmlformats-officedocument.presentationml.slide+xml"/>
  <Override PartName="/ppt/slides/slide603.xml" ContentType="application/vnd.openxmlformats-officedocument.presentationml.slide+xml"/>
  <Override PartName="/ppt/slides/slide604.xml" ContentType="application/vnd.openxmlformats-officedocument.presentationml.slide+xml"/>
  <Override PartName="/ppt/slides/slide605.xml" ContentType="application/vnd.openxmlformats-officedocument.presentationml.slide+xml"/>
  <Override PartName="/ppt/slides/slide606.xml" ContentType="application/vnd.openxmlformats-officedocument.presentationml.slide+xml"/>
  <Override PartName="/ppt/slides/slide607.xml" ContentType="application/vnd.openxmlformats-officedocument.presentationml.slide+xml"/>
  <Override PartName="/ppt/slides/slide608.xml" ContentType="application/vnd.openxmlformats-officedocument.presentationml.slide+xml"/>
  <Override PartName="/ppt/slides/slide609.xml" ContentType="application/vnd.openxmlformats-officedocument.presentationml.slide+xml"/>
  <Override PartName="/ppt/slides/slide61.xml" ContentType="application/vnd.openxmlformats-officedocument.presentationml.slide+xml"/>
  <Override PartName="/ppt/slides/slide610.xml" ContentType="application/vnd.openxmlformats-officedocument.presentationml.slide+xml"/>
  <Override PartName="/ppt/slides/slide611.xml" ContentType="application/vnd.openxmlformats-officedocument.presentationml.slide+xml"/>
  <Override PartName="/ppt/slides/slide612.xml" ContentType="application/vnd.openxmlformats-officedocument.presentationml.slide+xml"/>
  <Override PartName="/ppt/slides/slide613.xml" ContentType="application/vnd.openxmlformats-officedocument.presentationml.slide+xml"/>
  <Override PartName="/ppt/slides/slide614.xml" ContentType="application/vnd.openxmlformats-officedocument.presentationml.slide+xml"/>
  <Override PartName="/ppt/slides/slide615.xml" ContentType="application/vnd.openxmlformats-officedocument.presentationml.slide+xml"/>
  <Override PartName="/ppt/slides/slide616.xml" ContentType="application/vnd.openxmlformats-officedocument.presentationml.slide+xml"/>
  <Override PartName="/ppt/slides/slide617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  <p:sldId id="600" r:id="rId351"/>
    <p:sldId id="601" r:id="rId352"/>
    <p:sldId id="602" r:id="rId353"/>
    <p:sldId id="603" r:id="rId354"/>
    <p:sldId id="604" r:id="rId355"/>
    <p:sldId id="605" r:id="rId356"/>
    <p:sldId id="606" r:id="rId357"/>
    <p:sldId id="607" r:id="rId358"/>
    <p:sldId id="608" r:id="rId359"/>
    <p:sldId id="609" r:id="rId360"/>
    <p:sldId id="610" r:id="rId361"/>
    <p:sldId id="611" r:id="rId362"/>
    <p:sldId id="612" r:id="rId363"/>
    <p:sldId id="613" r:id="rId364"/>
    <p:sldId id="614" r:id="rId365"/>
    <p:sldId id="615" r:id="rId366"/>
    <p:sldId id="616" r:id="rId367"/>
    <p:sldId id="617" r:id="rId368"/>
    <p:sldId id="618" r:id="rId369"/>
    <p:sldId id="619" r:id="rId370"/>
    <p:sldId id="620" r:id="rId371"/>
    <p:sldId id="621" r:id="rId372"/>
    <p:sldId id="622" r:id="rId373"/>
    <p:sldId id="623" r:id="rId374"/>
    <p:sldId id="624" r:id="rId375"/>
    <p:sldId id="625" r:id="rId376"/>
    <p:sldId id="626" r:id="rId377"/>
    <p:sldId id="627" r:id="rId378"/>
    <p:sldId id="628" r:id="rId379"/>
    <p:sldId id="629" r:id="rId380"/>
    <p:sldId id="630" r:id="rId381"/>
    <p:sldId id="631" r:id="rId382"/>
    <p:sldId id="632" r:id="rId383"/>
    <p:sldId id="633" r:id="rId384"/>
    <p:sldId id="634" r:id="rId385"/>
    <p:sldId id="635" r:id="rId386"/>
    <p:sldId id="636" r:id="rId387"/>
    <p:sldId id="637" r:id="rId388"/>
    <p:sldId id="638" r:id="rId389"/>
    <p:sldId id="639" r:id="rId390"/>
    <p:sldId id="640" r:id="rId391"/>
    <p:sldId id="641" r:id="rId392"/>
    <p:sldId id="642" r:id="rId393"/>
    <p:sldId id="643" r:id="rId394"/>
    <p:sldId id="644" r:id="rId395"/>
    <p:sldId id="645" r:id="rId396"/>
    <p:sldId id="646" r:id="rId397"/>
    <p:sldId id="647" r:id="rId398"/>
    <p:sldId id="648" r:id="rId399"/>
    <p:sldId id="649" r:id="rId400"/>
    <p:sldId id="650" r:id="rId401"/>
    <p:sldId id="651" r:id="rId402"/>
    <p:sldId id="652" r:id="rId403"/>
    <p:sldId id="653" r:id="rId404"/>
    <p:sldId id="654" r:id="rId405"/>
    <p:sldId id="655" r:id="rId406"/>
    <p:sldId id="656" r:id="rId407"/>
    <p:sldId id="657" r:id="rId408"/>
    <p:sldId id="658" r:id="rId409"/>
    <p:sldId id="659" r:id="rId410"/>
    <p:sldId id="660" r:id="rId411"/>
    <p:sldId id="661" r:id="rId412"/>
    <p:sldId id="662" r:id="rId413"/>
    <p:sldId id="663" r:id="rId414"/>
    <p:sldId id="664" r:id="rId415"/>
    <p:sldId id="665" r:id="rId416"/>
    <p:sldId id="666" r:id="rId417"/>
    <p:sldId id="667" r:id="rId418"/>
    <p:sldId id="668" r:id="rId419"/>
    <p:sldId id="669" r:id="rId420"/>
    <p:sldId id="670" r:id="rId421"/>
    <p:sldId id="671" r:id="rId422"/>
    <p:sldId id="672" r:id="rId423"/>
    <p:sldId id="673" r:id="rId424"/>
    <p:sldId id="674" r:id="rId425"/>
    <p:sldId id="675" r:id="rId426"/>
    <p:sldId id="676" r:id="rId427"/>
    <p:sldId id="677" r:id="rId428"/>
    <p:sldId id="678" r:id="rId429"/>
    <p:sldId id="679" r:id="rId430"/>
    <p:sldId id="680" r:id="rId431"/>
    <p:sldId id="681" r:id="rId432"/>
    <p:sldId id="682" r:id="rId433"/>
    <p:sldId id="683" r:id="rId434"/>
    <p:sldId id="684" r:id="rId435"/>
    <p:sldId id="685" r:id="rId436"/>
    <p:sldId id="686" r:id="rId437"/>
    <p:sldId id="687" r:id="rId438"/>
    <p:sldId id="688" r:id="rId439"/>
    <p:sldId id="689" r:id="rId440"/>
    <p:sldId id="690" r:id="rId441"/>
    <p:sldId id="691" r:id="rId442"/>
    <p:sldId id="692" r:id="rId443"/>
    <p:sldId id="693" r:id="rId444"/>
    <p:sldId id="694" r:id="rId445"/>
    <p:sldId id="695" r:id="rId446"/>
    <p:sldId id="696" r:id="rId447"/>
    <p:sldId id="697" r:id="rId448"/>
    <p:sldId id="698" r:id="rId449"/>
    <p:sldId id="699" r:id="rId450"/>
    <p:sldId id="700" r:id="rId451"/>
    <p:sldId id="701" r:id="rId452"/>
    <p:sldId id="702" r:id="rId453"/>
    <p:sldId id="703" r:id="rId454"/>
    <p:sldId id="704" r:id="rId455"/>
    <p:sldId id="705" r:id="rId456"/>
    <p:sldId id="706" r:id="rId457"/>
    <p:sldId id="707" r:id="rId458"/>
    <p:sldId id="708" r:id="rId459"/>
    <p:sldId id="709" r:id="rId460"/>
    <p:sldId id="710" r:id="rId461"/>
    <p:sldId id="711" r:id="rId462"/>
    <p:sldId id="712" r:id="rId463"/>
    <p:sldId id="713" r:id="rId464"/>
    <p:sldId id="714" r:id="rId465"/>
    <p:sldId id="715" r:id="rId466"/>
    <p:sldId id="716" r:id="rId467"/>
    <p:sldId id="717" r:id="rId468"/>
    <p:sldId id="718" r:id="rId469"/>
    <p:sldId id="719" r:id="rId470"/>
    <p:sldId id="720" r:id="rId471"/>
    <p:sldId id="721" r:id="rId472"/>
    <p:sldId id="722" r:id="rId473"/>
    <p:sldId id="723" r:id="rId474"/>
    <p:sldId id="724" r:id="rId475"/>
    <p:sldId id="725" r:id="rId476"/>
    <p:sldId id="726" r:id="rId477"/>
    <p:sldId id="727" r:id="rId478"/>
    <p:sldId id="728" r:id="rId479"/>
    <p:sldId id="729" r:id="rId480"/>
    <p:sldId id="730" r:id="rId481"/>
    <p:sldId id="731" r:id="rId482"/>
    <p:sldId id="732" r:id="rId483"/>
    <p:sldId id="733" r:id="rId484"/>
    <p:sldId id="734" r:id="rId485"/>
    <p:sldId id="735" r:id="rId486"/>
    <p:sldId id="736" r:id="rId487"/>
    <p:sldId id="737" r:id="rId488"/>
    <p:sldId id="738" r:id="rId489"/>
    <p:sldId id="739" r:id="rId490"/>
    <p:sldId id="740" r:id="rId491"/>
    <p:sldId id="741" r:id="rId492"/>
    <p:sldId id="742" r:id="rId493"/>
    <p:sldId id="743" r:id="rId494"/>
    <p:sldId id="744" r:id="rId495"/>
    <p:sldId id="745" r:id="rId496"/>
    <p:sldId id="746" r:id="rId497"/>
    <p:sldId id="747" r:id="rId498"/>
    <p:sldId id="748" r:id="rId499"/>
    <p:sldId id="749" r:id="rId500"/>
    <p:sldId id="750" r:id="rId501"/>
    <p:sldId id="751" r:id="rId502"/>
    <p:sldId id="752" r:id="rId503"/>
    <p:sldId id="753" r:id="rId504"/>
    <p:sldId id="754" r:id="rId505"/>
    <p:sldId id="755" r:id="rId506"/>
    <p:sldId id="756" r:id="rId507"/>
    <p:sldId id="757" r:id="rId508"/>
    <p:sldId id="758" r:id="rId509"/>
    <p:sldId id="759" r:id="rId510"/>
    <p:sldId id="760" r:id="rId511"/>
    <p:sldId id="761" r:id="rId512"/>
    <p:sldId id="762" r:id="rId513"/>
    <p:sldId id="763" r:id="rId514"/>
    <p:sldId id="764" r:id="rId515"/>
    <p:sldId id="765" r:id="rId516"/>
    <p:sldId id="766" r:id="rId517"/>
    <p:sldId id="767" r:id="rId518"/>
    <p:sldId id="768" r:id="rId519"/>
    <p:sldId id="769" r:id="rId520"/>
    <p:sldId id="770" r:id="rId521"/>
    <p:sldId id="771" r:id="rId522"/>
    <p:sldId id="772" r:id="rId523"/>
    <p:sldId id="773" r:id="rId524"/>
    <p:sldId id="774" r:id="rId525"/>
    <p:sldId id="775" r:id="rId526"/>
    <p:sldId id="776" r:id="rId527"/>
    <p:sldId id="777" r:id="rId528"/>
    <p:sldId id="778" r:id="rId529"/>
    <p:sldId id="779" r:id="rId530"/>
    <p:sldId id="780" r:id="rId531"/>
    <p:sldId id="781" r:id="rId532"/>
    <p:sldId id="782" r:id="rId533"/>
    <p:sldId id="783" r:id="rId534"/>
    <p:sldId id="784" r:id="rId535"/>
    <p:sldId id="785" r:id="rId536"/>
    <p:sldId id="786" r:id="rId537"/>
    <p:sldId id="787" r:id="rId538"/>
    <p:sldId id="788" r:id="rId539"/>
    <p:sldId id="789" r:id="rId540"/>
    <p:sldId id="790" r:id="rId541"/>
    <p:sldId id="791" r:id="rId542"/>
    <p:sldId id="792" r:id="rId543"/>
    <p:sldId id="793" r:id="rId544"/>
    <p:sldId id="794" r:id="rId545"/>
    <p:sldId id="795" r:id="rId546"/>
    <p:sldId id="796" r:id="rId547"/>
    <p:sldId id="797" r:id="rId548"/>
    <p:sldId id="798" r:id="rId549"/>
    <p:sldId id="799" r:id="rId550"/>
    <p:sldId id="800" r:id="rId551"/>
    <p:sldId id="801" r:id="rId552"/>
    <p:sldId id="802" r:id="rId553"/>
    <p:sldId id="803" r:id="rId554"/>
    <p:sldId id="804" r:id="rId555"/>
    <p:sldId id="805" r:id="rId556"/>
    <p:sldId id="806" r:id="rId557"/>
    <p:sldId id="807" r:id="rId558"/>
    <p:sldId id="808" r:id="rId559"/>
    <p:sldId id="809" r:id="rId560"/>
    <p:sldId id="810" r:id="rId561"/>
    <p:sldId id="811" r:id="rId562"/>
    <p:sldId id="812" r:id="rId563"/>
    <p:sldId id="813" r:id="rId564"/>
    <p:sldId id="814" r:id="rId565"/>
    <p:sldId id="815" r:id="rId566"/>
    <p:sldId id="816" r:id="rId567"/>
    <p:sldId id="817" r:id="rId568"/>
    <p:sldId id="818" r:id="rId569"/>
    <p:sldId id="819" r:id="rId570"/>
    <p:sldId id="820" r:id="rId571"/>
    <p:sldId id="821" r:id="rId572"/>
    <p:sldId id="822" r:id="rId573"/>
    <p:sldId id="823" r:id="rId574"/>
    <p:sldId id="824" r:id="rId575"/>
    <p:sldId id="825" r:id="rId576"/>
    <p:sldId id="826" r:id="rId577"/>
    <p:sldId id="827" r:id="rId578"/>
    <p:sldId id="828" r:id="rId579"/>
    <p:sldId id="829" r:id="rId580"/>
    <p:sldId id="830" r:id="rId581"/>
    <p:sldId id="831" r:id="rId582"/>
    <p:sldId id="832" r:id="rId583"/>
    <p:sldId id="833" r:id="rId584"/>
    <p:sldId id="834" r:id="rId585"/>
    <p:sldId id="835" r:id="rId586"/>
    <p:sldId id="836" r:id="rId587"/>
    <p:sldId id="837" r:id="rId588"/>
    <p:sldId id="838" r:id="rId589"/>
    <p:sldId id="839" r:id="rId590"/>
    <p:sldId id="840" r:id="rId591"/>
    <p:sldId id="841" r:id="rId592"/>
    <p:sldId id="842" r:id="rId593"/>
    <p:sldId id="843" r:id="rId594"/>
    <p:sldId id="844" r:id="rId595"/>
    <p:sldId id="845" r:id="rId596"/>
    <p:sldId id="846" r:id="rId597"/>
    <p:sldId id="847" r:id="rId598"/>
    <p:sldId id="848" r:id="rId599"/>
    <p:sldId id="849" r:id="rId600"/>
    <p:sldId id="850" r:id="rId601"/>
    <p:sldId id="851" r:id="rId602"/>
    <p:sldId id="852" r:id="rId603"/>
    <p:sldId id="853" r:id="rId604"/>
    <p:sldId id="854" r:id="rId605"/>
    <p:sldId id="855" r:id="rId606"/>
    <p:sldId id="856" r:id="rId607"/>
    <p:sldId id="857" r:id="rId608"/>
    <p:sldId id="858" r:id="rId609"/>
    <p:sldId id="859" r:id="rId610"/>
    <p:sldId id="860" r:id="rId611"/>
    <p:sldId id="861" r:id="rId612"/>
    <p:sldId id="862" r:id="rId613"/>
    <p:sldId id="863" r:id="rId614"/>
    <p:sldId id="864" r:id="rId615"/>
    <p:sldId id="865" r:id="rId616"/>
    <p:sldId id="866" r:id="rId617"/>
    <p:sldId id="867" r:id="rId618"/>
    <p:sldId id="868" r:id="rId619"/>
    <p:sldId id="869" r:id="rId620"/>
    <p:sldId id="870" r:id="rId621"/>
    <p:sldId id="871" r:id="rId622"/>
    <p:sldId id="872" r:id="rId6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Relationship Id="rId351" Type="http://schemas.openxmlformats.org/officeDocument/2006/relationships/slide" Target="slides/slide345.xml"/><Relationship Id="rId352" Type="http://schemas.openxmlformats.org/officeDocument/2006/relationships/slide" Target="slides/slide346.xml"/><Relationship Id="rId353" Type="http://schemas.openxmlformats.org/officeDocument/2006/relationships/slide" Target="slides/slide347.xml"/><Relationship Id="rId354" Type="http://schemas.openxmlformats.org/officeDocument/2006/relationships/slide" Target="slides/slide348.xml"/><Relationship Id="rId355" Type="http://schemas.openxmlformats.org/officeDocument/2006/relationships/slide" Target="slides/slide349.xml"/><Relationship Id="rId356" Type="http://schemas.openxmlformats.org/officeDocument/2006/relationships/slide" Target="slides/slide350.xml"/><Relationship Id="rId357" Type="http://schemas.openxmlformats.org/officeDocument/2006/relationships/slide" Target="slides/slide351.xml"/><Relationship Id="rId358" Type="http://schemas.openxmlformats.org/officeDocument/2006/relationships/slide" Target="slides/slide352.xml"/><Relationship Id="rId359" Type="http://schemas.openxmlformats.org/officeDocument/2006/relationships/slide" Target="slides/slide353.xml"/><Relationship Id="rId360" Type="http://schemas.openxmlformats.org/officeDocument/2006/relationships/slide" Target="slides/slide354.xml"/><Relationship Id="rId361" Type="http://schemas.openxmlformats.org/officeDocument/2006/relationships/slide" Target="slides/slide355.xml"/><Relationship Id="rId362" Type="http://schemas.openxmlformats.org/officeDocument/2006/relationships/slide" Target="slides/slide356.xml"/><Relationship Id="rId363" Type="http://schemas.openxmlformats.org/officeDocument/2006/relationships/slide" Target="slides/slide357.xml"/><Relationship Id="rId364" Type="http://schemas.openxmlformats.org/officeDocument/2006/relationships/slide" Target="slides/slide358.xml"/><Relationship Id="rId365" Type="http://schemas.openxmlformats.org/officeDocument/2006/relationships/slide" Target="slides/slide359.xml"/><Relationship Id="rId366" Type="http://schemas.openxmlformats.org/officeDocument/2006/relationships/slide" Target="slides/slide360.xml"/><Relationship Id="rId367" Type="http://schemas.openxmlformats.org/officeDocument/2006/relationships/slide" Target="slides/slide361.xml"/><Relationship Id="rId368" Type="http://schemas.openxmlformats.org/officeDocument/2006/relationships/slide" Target="slides/slide362.xml"/><Relationship Id="rId369" Type="http://schemas.openxmlformats.org/officeDocument/2006/relationships/slide" Target="slides/slide363.xml"/><Relationship Id="rId370" Type="http://schemas.openxmlformats.org/officeDocument/2006/relationships/slide" Target="slides/slide364.xml"/><Relationship Id="rId371" Type="http://schemas.openxmlformats.org/officeDocument/2006/relationships/slide" Target="slides/slide365.xml"/><Relationship Id="rId372" Type="http://schemas.openxmlformats.org/officeDocument/2006/relationships/slide" Target="slides/slide366.xml"/><Relationship Id="rId373" Type="http://schemas.openxmlformats.org/officeDocument/2006/relationships/slide" Target="slides/slide367.xml"/><Relationship Id="rId374" Type="http://schemas.openxmlformats.org/officeDocument/2006/relationships/slide" Target="slides/slide368.xml"/><Relationship Id="rId375" Type="http://schemas.openxmlformats.org/officeDocument/2006/relationships/slide" Target="slides/slide369.xml"/><Relationship Id="rId376" Type="http://schemas.openxmlformats.org/officeDocument/2006/relationships/slide" Target="slides/slide370.xml"/><Relationship Id="rId377" Type="http://schemas.openxmlformats.org/officeDocument/2006/relationships/slide" Target="slides/slide371.xml"/><Relationship Id="rId378" Type="http://schemas.openxmlformats.org/officeDocument/2006/relationships/slide" Target="slides/slide372.xml"/><Relationship Id="rId379" Type="http://schemas.openxmlformats.org/officeDocument/2006/relationships/slide" Target="slides/slide373.xml"/><Relationship Id="rId380" Type="http://schemas.openxmlformats.org/officeDocument/2006/relationships/slide" Target="slides/slide374.xml"/><Relationship Id="rId381" Type="http://schemas.openxmlformats.org/officeDocument/2006/relationships/slide" Target="slides/slide375.xml"/><Relationship Id="rId382" Type="http://schemas.openxmlformats.org/officeDocument/2006/relationships/slide" Target="slides/slide376.xml"/><Relationship Id="rId383" Type="http://schemas.openxmlformats.org/officeDocument/2006/relationships/slide" Target="slides/slide377.xml"/><Relationship Id="rId384" Type="http://schemas.openxmlformats.org/officeDocument/2006/relationships/slide" Target="slides/slide378.xml"/><Relationship Id="rId385" Type="http://schemas.openxmlformats.org/officeDocument/2006/relationships/slide" Target="slides/slide379.xml"/><Relationship Id="rId386" Type="http://schemas.openxmlformats.org/officeDocument/2006/relationships/slide" Target="slides/slide380.xml"/><Relationship Id="rId387" Type="http://schemas.openxmlformats.org/officeDocument/2006/relationships/slide" Target="slides/slide381.xml"/><Relationship Id="rId388" Type="http://schemas.openxmlformats.org/officeDocument/2006/relationships/slide" Target="slides/slide382.xml"/><Relationship Id="rId389" Type="http://schemas.openxmlformats.org/officeDocument/2006/relationships/slide" Target="slides/slide383.xml"/><Relationship Id="rId390" Type="http://schemas.openxmlformats.org/officeDocument/2006/relationships/slide" Target="slides/slide384.xml"/><Relationship Id="rId391" Type="http://schemas.openxmlformats.org/officeDocument/2006/relationships/slide" Target="slides/slide385.xml"/><Relationship Id="rId392" Type="http://schemas.openxmlformats.org/officeDocument/2006/relationships/slide" Target="slides/slide386.xml"/><Relationship Id="rId393" Type="http://schemas.openxmlformats.org/officeDocument/2006/relationships/slide" Target="slides/slide387.xml"/><Relationship Id="rId394" Type="http://schemas.openxmlformats.org/officeDocument/2006/relationships/slide" Target="slides/slide388.xml"/><Relationship Id="rId395" Type="http://schemas.openxmlformats.org/officeDocument/2006/relationships/slide" Target="slides/slide389.xml"/><Relationship Id="rId396" Type="http://schemas.openxmlformats.org/officeDocument/2006/relationships/slide" Target="slides/slide390.xml"/><Relationship Id="rId397" Type="http://schemas.openxmlformats.org/officeDocument/2006/relationships/slide" Target="slides/slide391.xml"/><Relationship Id="rId398" Type="http://schemas.openxmlformats.org/officeDocument/2006/relationships/slide" Target="slides/slide392.xml"/><Relationship Id="rId399" Type="http://schemas.openxmlformats.org/officeDocument/2006/relationships/slide" Target="slides/slide393.xml"/><Relationship Id="rId400" Type="http://schemas.openxmlformats.org/officeDocument/2006/relationships/slide" Target="slides/slide394.xml"/><Relationship Id="rId401" Type="http://schemas.openxmlformats.org/officeDocument/2006/relationships/slide" Target="slides/slide395.xml"/><Relationship Id="rId402" Type="http://schemas.openxmlformats.org/officeDocument/2006/relationships/slide" Target="slides/slide396.xml"/><Relationship Id="rId403" Type="http://schemas.openxmlformats.org/officeDocument/2006/relationships/slide" Target="slides/slide397.xml"/><Relationship Id="rId404" Type="http://schemas.openxmlformats.org/officeDocument/2006/relationships/slide" Target="slides/slide398.xml"/><Relationship Id="rId405" Type="http://schemas.openxmlformats.org/officeDocument/2006/relationships/slide" Target="slides/slide399.xml"/><Relationship Id="rId406" Type="http://schemas.openxmlformats.org/officeDocument/2006/relationships/slide" Target="slides/slide400.xml"/><Relationship Id="rId407" Type="http://schemas.openxmlformats.org/officeDocument/2006/relationships/slide" Target="slides/slide401.xml"/><Relationship Id="rId408" Type="http://schemas.openxmlformats.org/officeDocument/2006/relationships/slide" Target="slides/slide402.xml"/><Relationship Id="rId409" Type="http://schemas.openxmlformats.org/officeDocument/2006/relationships/slide" Target="slides/slide403.xml"/><Relationship Id="rId410" Type="http://schemas.openxmlformats.org/officeDocument/2006/relationships/slide" Target="slides/slide404.xml"/><Relationship Id="rId411" Type="http://schemas.openxmlformats.org/officeDocument/2006/relationships/slide" Target="slides/slide405.xml"/><Relationship Id="rId412" Type="http://schemas.openxmlformats.org/officeDocument/2006/relationships/slide" Target="slides/slide406.xml"/><Relationship Id="rId413" Type="http://schemas.openxmlformats.org/officeDocument/2006/relationships/slide" Target="slides/slide407.xml"/><Relationship Id="rId414" Type="http://schemas.openxmlformats.org/officeDocument/2006/relationships/slide" Target="slides/slide408.xml"/><Relationship Id="rId415" Type="http://schemas.openxmlformats.org/officeDocument/2006/relationships/slide" Target="slides/slide409.xml"/><Relationship Id="rId416" Type="http://schemas.openxmlformats.org/officeDocument/2006/relationships/slide" Target="slides/slide410.xml"/><Relationship Id="rId417" Type="http://schemas.openxmlformats.org/officeDocument/2006/relationships/slide" Target="slides/slide411.xml"/><Relationship Id="rId418" Type="http://schemas.openxmlformats.org/officeDocument/2006/relationships/slide" Target="slides/slide412.xml"/><Relationship Id="rId419" Type="http://schemas.openxmlformats.org/officeDocument/2006/relationships/slide" Target="slides/slide413.xml"/><Relationship Id="rId420" Type="http://schemas.openxmlformats.org/officeDocument/2006/relationships/slide" Target="slides/slide414.xml"/><Relationship Id="rId421" Type="http://schemas.openxmlformats.org/officeDocument/2006/relationships/slide" Target="slides/slide415.xml"/><Relationship Id="rId422" Type="http://schemas.openxmlformats.org/officeDocument/2006/relationships/slide" Target="slides/slide416.xml"/><Relationship Id="rId423" Type="http://schemas.openxmlformats.org/officeDocument/2006/relationships/slide" Target="slides/slide417.xml"/><Relationship Id="rId424" Type="http://schemas.openxmlformats.org/officeDocument/2006/relationships/slide" Target="slides/slide418.xml"/><Relationship Id="rId425" Type="http://schemas.openxmlformats.org/officeDocument/2006/relationships/slide" Target="slides/slide419.xml"/><Relationship Id="rId426" Type="http://schemas.openxmlformats.org/officeDocument/2006/relationships/slide" Target="slides/slide420.xml"/><Relationship Id="rId427" Type="http://schemas.openxmlformats.org/officeDocument/2006/relationships/slide" Target="slides/slide421.xml"/><Relationship Id="rId428" Type="http://schemas.openxmlformats.org/officeDocument/2006/relationships/slide" Target="slides/slide422.xml"/><Relationship Id="rId429" Type="http://schemas.openxmlformats.org/officeDocument/2006/relationships/slide" Target="slides/slide423.xml"/><Relationship Id="rId430" Type="http://schemas.openxmlformats.org/officeDocument/2006/relationships/slide" Target="slides/slide424.xml"/><Relationship Id="rId431" Type="http://schemas.openxmlformats.org/officeDocument/2006/relationships/slide" Target="slides/slide425.xml"/><Relationship Id="rId432" Type="http://schemas.openxmlformats.org/officeDocument/2006/relationships/slide" Target="slides/slide426.xml"/><Relationship Id="rId433" Type="http://schemas.openxmlformats.org/officeDocument/2006/relationships/slide" Target="slides/slide427.xml"/><Relationship Id="rId434" Type="http://schemas.openxmlformats.org/officeDocument/2006/relationships/slide" Target="slides/slide428.xml"/><Relationship Id="rId435" Type="http://schemas.openxmlformats.org/officeDocument/2006/relationships/slide" Target="slides/slide429.xml"/><Relationship Id="rId436" Type="http://schemas.openxmlformats.org/officeDocument/2006/relationships/slide" Target="slides/slide430.xml"/><Relationship Id="rId437" Type="http://schemas.openxmlformats.org/officeDocument/2006/relationships/slide" Target="slides/slide431.xml"/><Relationship Id="rId438" Type="http://schemas.openxmlformats.org/officeDocument/2006/relationships/slide" Target="slides/slide432.xml"/><Relationship Id="rId439" Type="http://schemas.openxmlformats.org/officeDocument/2006/relationships/slide" Target="slides/slide433.xml"/><Relationship Id="rId440" Type="http://schemas.openxmlformats.org/officeDocument/2006/relationships/slide" Target="slides/slide434.xml"/><Relationship Id="rId441" Type="http://schemas.openxmlformats.org/officeDocument/2006/relationships/slide" Target="slides/slide435.xml"/><Relationship Id="rId442" Type="http://schemas.openxmlformats.org/officeDocument/2006/relationships/slide" Target="slides/slide436.xml"/><Relationship Id="rId443" Type="http://schemas.openxmlformats.org/officeDocument/2006/relationships/slide" Target="slides/slide437.xml"/><Relationship Id="rId444" Type="http://schemas.openxmlformats.org/officeDocument/2006/relationships/slide" Target="slides/slide438.xml"/><Relationship Id="rId445" Type="http://schemas.openxmlformats.org/officeDocument/2006/relationships/slide" Target="slides/slide439.xml"/><Relationship Id="rId446" Type="http://schemas.openxmlformats.org/officeDocument/2006/relationships/slide" Target="slides/slide440.xml"/><Relationship Id="rId447" Type="http://schemas.openxmlformats.org/officeDocument/2006/relationships/slide" Target="slides/slide441.xml"/><Relationship Id="rId448" Type="http://schemas.openxmlformats.org/officeDocument/2006/relationships/slide" Target="slides/slide442.xml"/><Relationship Id="rId449" Type="http://schemas.openxmlformats.org/officeDocument/2006/relationships/slide" Target="slides/slide443.xml"/><Relationship Id="rId450" Type="http://schemas.openxmlformats.org/officeDocument/2006/relationships/slide" Target="slides/slide444.xml"/><Relationship Id="rId451" Type="http://schemas.openxmlformats.org/officeDocument/2006/relationships/slide" Target="slides/slide445.xml"/><Relationship Id="rId452" Type="http://schemas.openxmlformats.org/officeDocument/2006/relationships/slide" Target="slides/slide446.xml"/><Relationship Id="rId453" Type="http://schemas.openxmlformats.org/officeDocument/2006/relationships/slide" Target="slides/slide447.xml"/><Relationship Id="rId454" Type="http://schemas.openxmlformats.org/officeDocument/2006/relationships/slide" Target="slides/slide448.xml"/><Relationship Id="rId455" Type="http://schemas.openxmlformats.org/officeDocument/2006/relationships/slide" Target="slides/slide449.xml"/><Relationship Id="rId456" Type="http://schemas.openxmlformats.org/officeDocument/2006/relationships/slide" Target="slides/slide450.xml"/><Relationship Id="rId457" Type="http://schemas.openxmlformats.org/officeDocument/2006/relationships/slide" Target="slides/slide451.xml"/><Relationship Id="rId458" Type="http://schemas.openxmlformats.org/officeDocument/2006/relationships/slide" Target="slides/slide452.xml"/><Relationship Id="rId459" Type="http://schemas.openxmlformats.org/officeDocument/2006/relationships/slide" Target="slides/slide453.xml"/><Relationship Id="rId460" Type="http://schemas.openxmlformats.org/officeDocument/2006/relationships/slide" Target="slides/slide454.xml"/><Relationship Id="rId461" Type="http://schemas.openxmlformats.org/officeDocument/2006/relationships/slide" Target="slides/slide455.xml"/><Relationship Id="rId462" Type="http://schemas.openxmlformats.org/officeDocument/2006/relationships/slide" Target="slides/slide456.xml"/><Relationship Id="rId463" Type="http://schemas.openxmlformats.org/officeDocument/2006/relationships/slide" Target="slides/slide457.xml"/><Relationship Id="rId464" Type="http://schemas.openxmlformats.org/officeDocument/2006/relationships/slide" Target="slides/slide458.xml"/><Relationship Id="rId465" Type="http://schemas.openxmlformats.org/officeDocument/2006/relationships/slide" Target="slides/slide459.xml"/><Relationship Id="rId466" Type="http://schemas.openxmlformats.org/officeDocument/2006/relationships/slide" Target="slides/slide460.xml"/><Relationship Id="rId467" Type="http://schemas.openxmlformats.org/officeDocument/2006/relationships/slide" Target="slides/slide461.xml"/><Relationship Id="rId468" Type="http://schemas.openxmlformats.org/officeDocument/2006/relationships/slide" Target="slides/slide462.xml"/><Relationship Id="rId469" Type="http://schemas.openxmlformats.org/officeDocument/2006/relationships/slide" Target="slides/slide463.xml"/><Relationship Id="rId470" Type="http://schemas.openxmlformats.org/officeDocument/2006/relationships/slide" Target="slides/slide464.xml"/><Relationship Id="rId471" Type="http://schemas.openxmlformats.org/officeDocument/2006/relationships/slide" Target="slides/slide465.xml"/><Relationship Id="rId472" Type="http://schemas.openxmlformats.org/officeDocument/2006/relationships/slide" Target="slides/slide466.xml"/><Relationship Id="rId473" Type="http://schemas.openxmlformats.org/officeDocument/2006/relationships/slide" Target="slides/slide467.xml"/><Relationship Id="rId474" Type="http://schemas.openxmlformats.org/officeDocument/2006/relationships/slide" Target="slides/slide468.xml"/><Relationship Id="rId475" Type="http://schemas.openxmlformats.org/officeDocument/2006/relationships/slide" Target="slides/slide469.xml"/><Relationship Id="rId476" Type="http://schemas.openxmlformats.org/officeDocument/2006/relationships/slide" Target="slides/slide470.xml"/><Relationship Id="rId477" Type="http://schemas.openxmlformats.org/officeDocument/2006/relationships/slide" Target="slides/slide471.xml"/><Relationship Id="rId478" Type="http://schemas.openxmlformats.org/officeDocument/2006/relationships/slide" Target="slides/slide472.xml"/><Relationship Id="rId479" Type="http://schemas.openxmlformats.org/officeDocument/2006/relationships/slide" Target="slides/slide473.xml"/><Relationship Id="rId480" Type="http://schemas.openxmlformats.org/officeDocument/2006/relationships/slide" Target="slides/slide474.xml"/><Relationship Id="rId481" Type="http://schemas.openxmlformats.org/officeDocument/2006/relationships/slide" Target="slides/slide475.xml"/><Relationship Id="rId482" Type="http://schemas.openxmlformats.org/officeDocument/2006/relationships/slide" Target="slides/slide476.xml"/><Relationship Id="rId483" Type="http://schemas.openxmlformats.org/officeDocument/2006/relationships/slide" Target="slides/slide477.xml"/><Relationship Id="rId484" Type="http://schemas.openxmlformats.org/officeDocument/2006/relationships/slide" Target="slides/slide478.xml"/><Relationship Id="rId485" Type="http://schemas.openxmlformats.org/officeDocument/2006/relationships/slide" Target="slides/slide479.xml"/><Relationship Id="rId486" Type="http://schemas.openxmlformats.org/officeDocument/2006/relationships/slide" Target="slides/slide480.xml"/><Relationship Id="rId487" Type="http://schemas.openxmlformats.org/officeDocument/2006/relationships/slide" Target="slides/slide481.xml"/><Relationship Id="rId488" Type="http://schemas.openxmlformats.org/officeDocument/2006/relationships/slide" Target="slides/slide482.xml"/><Relationship Id="rId489" Type="http://schemas.openxmlformats.org/officeDocument/2006/relationships/slide" Target="slides/slide483.xml"/><Relationship Id="rId490" Type="http://schemas.openxmlformats.org/officeDocument/2006/relationships/slide" Target="slides/slide484.xml"/><Relationship Id="rId491" Type="http://schemas.openxmlformats.org/officeDocument/2006/relationships/slide" Target="slides/slide485.xml"/><Relationship Id="rId492" Type="http://schemas.openxmlformats.org/officeDocument/2006/relationships/slide" Target="slides/slide486.xml"/><Relationship Id="rId493" Type="http://schemas.openxmlformats.org/officeDocument/2006/relationships/slide" Target="slides/slide487.xml"/><Relationship Id="rId494" Type="http://schemas.openxmlformats.org/officeDocument/2006/relationships/slide" Target="slides/slide488.xml"/><Relationship Id="rId495" Type="http://schemas.openxmlformats.org/officeDocument/2006/relationships/slide" Target="slides/slide489.xml"/><Relationship Id="rId496" Type="http://schemas.openxmlformats.org/officeDocument/2006/relationships/slide" Target="slides/slide490.xml"/><Relationship Id="rId497" Type="http://schemas.openxmlformats.org/officeDocument/2006/relationships/slide" Target="slides/slide491.xml"/><Relationship Id="rId498" Type="http://schemas.openxmlformats.org/officeDocument/2006/relationships/slide" Target="slides/slide492.xml"/><Relationship Id="rId499" Type="http://schemas.openxmlformats.org/officeDocument/2006/relationships/slide" Target="slides/slide493.xml"/><Relationship Id="rId500" Type="http://schemas.openxmlformats.org/officeDocument/2006/relationships/slide" Target="slides/slide494.xml"/><Relationship Id="rId501" Type="http://schemas.openxmlformats.org/officeDocument/2006/relationships/slide" Target="slides/slide495.xml"/><Relationship Id="rId502" Type="http://schemas.openxmlformats.org/officeDocument/2006/relationships/slide" Target="slides/slide496.xml"/><Relationship Id="rId503" Type="http://schemas.openxmlformats.org/officeDocument/2006/relationships/slide" Target="slides/slide497.xml"/><Relationship Id="rId504" Type="http://schemas.openxmlformats.org/officeDocument/2006/relationships/slide" Target="slides/slide498.xml"/><Relationship Id="rId505" Type="http://schemas.openxmlformats.org/officeDocument/2006/relationships/slide" Target="slides/slide499.xml"/><Relationship Id="rId506" Type="http://schemas.openxmlformats.org/officeDocument/2006/relationships/slide" Target="slides/slide500.xml"/><Relationship Id="rId507" Type="http://schemas.openxmlformats.org/officeDocument/2006/relationships/slide" Target="slides/slide501.xml"/><Relationship Id="rId508" Type="http://schemas.openxmlformats.org/officeDocument/2006/relationships/slide" Target="slides/slide502.xml"/><Relationship Id="rId509" Type="http://schemas.openxmlformats.org/officeDocument/2006/relationships/slide" Target="slides/slide503.xml"/><Relationship Id="rId510" Type="http://schemas.openxmlformats.org/officeDocument/2006/relationships/slide" Target="slides/slide504.xml"/><Relationship Id="rId511" Type="http://schemas.openxmlformats.org/officeDocument/2006/relationships/slide" Target="slides/slide505.xml"/><Relationship Id="rId512" Type="http://schemas.openxmlformats.org/officeDocument/2006/relationships/slide" Target="slides/slide506.xml"/><Relationship Id="rId513" Type="http://schemas.openxmlformats.org/officeDocument/2006/relationships/slide" Target="slides/slide507.xml"/><Relationship Id="rId514" Type="http://schemas.openxmlformats.org/officeDocument/2006/relationships/slide" Target="slides/slide508.xml"/><Relationship Id="rId515" Type="http://schemas.openxmlformats.org/officeDocument/2006/relationships/slide" Target="slides/slide509.xml"/><Relationship Id="rId516" Type="http://schemas.openxmlformats.org/officeDocument/2006/relationships/slide" Target="slides/slide510.xml"/><Relationship Id="rId517" Type="http://schemas.openxmlformats.org/officeDocument/2006/relationships/slide" Target="slides/slide511.xml"/><Relationship Id="rId518" Type="http://schemas.openxmlformats.org/officeDocument/2006/relationships/slide" Target="slides/slide512.xml"/><Relationship Id="rId519" Type="http://schemas.openxmlformats.org/officeDocument/2006/relationships/slide" Target="slides/slide513.xml"/><Relationship Id="rId520" Type="http://schemas.openxmlformats.org/officeDocument/2006/relationships/slide" Target="slides/slide514.xml"/><Relationship Id="rId521" Type="http://schemas.openxmlformats.org/officeDocument/2006/relationships/slide" Target="slides/slide515.xml"/><Relationship Id="rId522" Type="http://schemas.openxmlformats.org/officeDocument/2006/relationships/slide" Target="slides/slide516.xml"/><Relationship Id="rId523" Type="http://schemas.openxmlformats.org/officeDocument/2006/relationships/slide" Target="slides/slide517.xml"/><Relationship Id="rId524" Type="http://schemas.openxmlformats.org/officeDocument/2006/relationships/slide" Target="slides/slide518.xml"/><Relationship Id="rId525" Type="http://schemas.openxmlformats.org/officeDocument/2006/relationships/slide" Target="slides/slide519.xml"/><Relationship Id="rId526" Type="http://schemas.openxmlformats.org/officeDocument/2006/relationships/slide" Target="slides/slide520.xml"/><Relationship Id="rId527" Type="http://schemas.openxmlformats.org/officeDocument/2006/relationships/slide" Target="slides/slide521.xml"/><Relationship Id="rId528" Type="http://schemas.openxmlformats.org/officeDocument/2006/relationships/slide" Target="slides/slide522.xml"/><Relationship Id="rId529" Type="http://schemas.openxmlformats.org/officeDocument/2006/relationships/slide" Target="slides/slide523.xml"/><Relationship Id="rId530" Type="http://schemas.openxmlformats.org/officeDocument/2006/relationships/slide" Target="slides/slide524.xml"/><Relationship Id="rId531" Type="http://schemas.openxmlformats.org/officeDocument/2006/relationships/slide" Target="slides/slide525.xml"/><Relationship Id="rId532" Type="http://schemas.openxmlformats.org/officeDocument/2006/relationships/slide" Target="slides/slide526.xml"/><Relationship Id="rId533" Type="http://schemas.openxmlformats.org/officeDocument/2006/relationships/slide" Target="slides/slide527.xml"/><Relationship Id="rId534" Type="http://schemas.openxmlformats.org/officeDocument/2006/relationships/slide" Target="slides/slide528.xml"/><Relationship Id="rId535" Type="http://schemas.openxmlformats.org/officeDocument/2006/relationships/slide" Target="slides/slide529.xml"/><Relationship Id="rId536" Type="http://schemas.openxmlformats.org/officeDocument/2006/relationships/slide" Target="slides/slide530.xml"/><Relationship Id="rId537" Type="http://schemas.openxmlformats.org/officeDocument/2006/relationships/slide" Target="slides/slide531.xml"/><Relationship Id="rId538" Type="http://schemas.openxmlformats.org/officeDocument/2006/relationships/slide" Target="slides/slide532.xml"/><Relationship Id="rId539" Type="http://schemas.openxmlformats.org/officeDocument/2006/relationships/slide" Target="slides/slide533.xml"/><Relationship Id="rId540" Type="http://schemas.openxmlformats.org/officeDocument/2006/relationships/slide" Target="slides/slide534.xml"/><Relationship Id="rId541" Type="http://schemas.openxmlformats.org/officeDocument/2006/relationships/slide" Target="slides/slide535.xml"/><Relationship Id="rId542" Type="http://schemas.openxmlformats.org/officeDocument/2006/relationships/slide" Target="slides/slide536.xml"/><Relationship Id="rId543" Type="http://schemas.openxmlformats.org/officeDocument/2006/relationships/slide" Target="slides/slide537.xml"/><Relationship Id="rId544" Type="http://schemas.openxmlformats.org/officeDocument/2006/relationships/slide" Target="slides/slide538.xml"/><Relationship Id="rId545" Type="http://schemas.openxmlformats.org/officeDocument/2006/relationships/slide" Target="slides/slide539.xml"/><Relationship Id="rId546" Type="http://schemas.openxmlformats.org/officeDocument/2006/relationships/slide" Target="slides/slide540.xml"/><Relationship Id="rId547" Type="http://schemas.openxmlformats.org/officeDocument/2006/relationships/slide" Target="slides/slide541.xml"/><Relationship Id="rId548" Type="http://schemas.openxmlformats.org/officeDocument/2006/relationships/slide" Target="slides/slide542.xml"/><Relationship Id="rId549" Type="http://schemas.openxmlformats.org/officeDocument/2006/relationships/slide" Target="slides/slide543.xml"/><Relationship Id="rId550" Type="http://schemas.openxmlformats.org/officeDocument/2006/relationships/slide" Target="slides/slide544.xml"/><Relationship Id="rId551" Type="http://schemas.openxmlformats.org/officeDocument/2006/relationships/slide" Target="slides/slide545.xml"/><Relationship Id="rId552" Type="http://schemas.openxmlformats.org/officeDocument/2006/relationships/slide" Target="slides/slide546.xml"/><Relationship Id="rId553" Type="http://schemas.openxmlformats.org/officeDocument/2006/relationships/slide" Target="slides/slide547.xml"/><Relationship Id="rId554" Type="http://schemas.openxmlformats.org/officeDocument/2006/relationships/slide" Target="slides/slide548.xml"/><Relationship Id="rId555" Type="http://schemas.openxmlformats.org/officeDocument/2006/relationships/slide" Target="slides/slide549.xml"/><Relationship Id="rId556" Type="http://schemas.openxmlformats.org/officeDocument/2006/relationships/slide" Target="slides/slide550.xml"/><Relationship Id="rId557" Type="http://schemas.openxmlformats.org/officeDocument/2006/relationships/slide" Target="slides/slide551.xml"/><Relationship Id="rId558" Type="http://schemas.openxmlformats.org/officeDocument/2006/relationships/slide" Target="slides/slide552.xml"/><Relationship Id="rId559" Type="http://schemas.openxmlformats.org/officeDocument/2006/relationships/slide" Target="slides/slide553.xml"/><Relationship Id="rId560" Type="http://schemas.openxmlformats.org/officeDocument/2006/relationships/slide" Target="slides/slide554.xml"/><Relationship Id="rId561" Type="http://schemas.openxmlformats.org/officeDocument/2006/relationships/slide" Target="slides/slide555.xml"/><Relationship Id="rId562" Type="http://schemas.openxmlformats.org/officeDocument/2006/relationships/slide" Target="slides/slide556.xml"/><Relationship Id="rId563" Type="http://schemas.openxmlformats.org/officeDocument/2006/relationships/slide" Target="slides/slide557.xml"/><Relationship Id="rId564" Type="http://schemas.openxmlformats.org/officeDocument/2006/relationships/slide" Target="slides/slide558.xml"/><Relationship Id="rId565" Type="http://schemas.openxmlformats.org/officeDocument/2006/relationships/slide" Target="slides/slide559.xml"/><Relationship Id="rId566" Type="http://schemas.openxmlformats.org/officeDocument/2006/relationships/slide" Target="slides/slide560.xml"/><Relationship Id="rId567" Type="http://schemas.openxmlformats.org/officeDocument/2006/relationships/slide" Target="slides/slide561.xml"/><Relationship Id="rId568" Type="http://schemas.openxmlformats.org/officeDocument/2006/relationships/slide" Target="slides/slide562.xml"/><Relationship Id="rId569" Type="http://schemas.openxmlformats.org/officeDocument/2006/relationships/slide" Target="slides/slide563.xml"/><Relationship Id="rId570" Type="http://schemas.openxmlformats.org/officeDocument/2006/relationships/slide" Target="slides/slide564.xml"/><Relationship Id="rId571" Type="http://schemas.openxmlformats.org/officeDocument/2006/relationships/slide" Target="slides/slide565.xml"/><Relationship Id="rId572" Type="http://schemas.openxmlformats.org/officeDocument/2006/relationships/slide" Target="slides/slide566.xml"/><Relationship Id="rId573" Type="http://schemas.openxmlformats.org/officeDocument/2006/relationships/slide" Target="slides/slide567.xml"/><Relationship Id="rId574" Type="http://schemas.openxmlformats.org/officeDocument/2006/relationships/slide" Target="slides/slide568.xml"/><Relationship Id="rId575" Type="http://schemas.openxmlformats.org/officeDocument/2006/relationships/slide" Target="slides/slide569.xml"/><Relationship Id="rId576" Type="http://schemas.openxmlformats.org/officeDocument/2006/relationships/slide" Target="slides/slide570.xml"/><Relationship Id="rId577" Type="http://schemas.openxmlformats.org/officeDocument/2006/relationships/slide" Target="slides/slide571.xml"/><Relationship Id="rId578" Type="http://schemas.openxmlformats.org/officeDocument/2006/relationships/slide" Target="slides/slide572.xml"/><Relationship Id="rId579" Type="http://schemas.openxmlformats.org/officeDocument/2006/relationships/slide" Target="slides/slide573.xml"/><Relationship Id="rId580" Type="http://schemas.openxmlformats.org/officeDocument/2006/relationships/slide" Target="slides/slide574.xml"/><Relationship Id="rId581" Type="http://schemas.openxmlformats.org/officeDocument/2006/relationships/slide" Target="slides/slide575.xml"/><Relationship Id="rId582" Type="http://schemas.openxmlformats.org/officeDocument/2006/relationships/slide" Target="slides/slide576.xml"/><Relationship Id="rId583" Type="http://schemas.openxmlformats.org/officeDocument/2006/relationships/slide" Target="slides/slide577.xml"/><Relationship Id="rId584" Type="http://schemas.openxmlformats.org/officeDocument/2006/relationships/slide" Target="slides/slide578.xml"/><Relationship Id="rId585" Type="http://schemas.openxmlformats.org/officeDocument/2006/relationships/slide" Target="slides/slide579.xml"/><Relationship Id="rId586" Type="http://schemas.openxmlformats.org/officeDocument/2006/relationships/slide" Target="slides/slide580.xml"/><Relationship Id="rId587" Type="http://schemas.openxmlformats.org/officeDocument/2006/relationships/slide" Target="slides/slide581.xml"/><Relationship Id="rId588" Type="http://schemas.openxmlformats.org/officeDocument/2006/relationships/slide" Target="slides/slide582.xml"/><Relationship Id="rId589" Type="http://schemas.openxmlformats.org/officeDocument/2006/relationships/slide" Target="slides/slide583.xml"/><Relationship Id="rId590" Type="http://schemas.openxmlformats.org/officeDocument/2006/relationships/slide" Target="slides/slide584.xml"/><Relationship Id="rId591" Type="http://schemas.openxmlformats.org/officeDocument/2006/relationships/slide" Target="slides/slide585.xml"/><Relationship Id="rId592" Type="http://schemas.openxmlformats.org/officeDocument/2006/relationships/slide" Target="slides/slide586.xml"/><Relationship Id="rId593" Type="http://schemas.openxmlformats.org/officeDocument/2006/relationships/slide" Target="slides/slide587.xml"/><Relationship Id="rId594" Type="http://schemas.openxmlformats.org/officeDocument/2006/relationships/slide" Target="slides/slide588.xml"/><Relationship Id="rId595" Type="http://schemas.openxmlformats.org/officeDocument/2006/relationships/slide" Target="slides/slide589.xml"/><Relationship Id="rId596" Type="http://schemas.openxmlformats.org/officeDocument/2006/relationships/slide" Target="slides/slide590.xml"/><Relationship Id="rId597" Type="http://schemas.openxmlformats.org/officeDocument/2006/relationships/slide" Target="slides/slide591.xml"/><Relationship Id="rId598" Type="http://schemas.openxmlformats.org/officeDocument/2006/relationships/slide" Target="slides/slide592.xml"/><Relationship Id="rId599" Type="http://schemas.openxmlformats.org/officeDocument/2006/relationships/slide" Target="slides/slide593.xml"/><Relationship Id="rId600" Type="http://schemas.openxmlformats.org/officeDocument/2006/relationships/slide" Target="slides/slide594.xml"/><Relationship Id="rId601" Type="http://schemas.openxmlformats.org/officeDocument/2006/relationships/slide" Target="slides/slide595.xml"/><Relationship Id="rId602" Type="http://schemas.openxmlformats.org/officeDocument/2006/relationships/slide" Target="slides/slide596.xml"/><Relationship Id="rId603" Type="http://schemas.openxmlformats.org/officeDocument/2006/relationships/slide" Target="slides/slide597.xml"/><Relationship Id="rId604" Type="http://schemas.openxmlformats.org/officeDocument/2006/relationships/slide" Target="slides/slide598.xml"/><Relationship Id="rId605" Type="http://schemas.openxmlformats.org/officeDocument/2006/relationships/slide" Target="slides/slide599.xml"/><Relationship Id="rId606" Type="http://schemas.openxmlformats.org/officeDocument/2006/relationships/slide" Target="slides/slide600.xml"/><Relationship Id="rId607" Type="http://schemas.openxmlformats.org/officeDocument/2006/relationships/slide" Target="slides/slide601.xml"/><Relationship Id="rId608" Type="http://schemas.openxmlformats.org/officeDocument/2006/relationships/slide" Target="slides/slide602.xml"/><Relationship Id="rId609" Type="http://schemas.openxmlformats.org/officeDocument/2006/relationships/slide" Target="slides/slide603.xml"/><Relationship Id="rId610" Type="http://schemas.openxmlformats.org/officeDocument/2006/relationships/slide" Target="slides/slide604.xml"/><Relationship Id="rId611" Type="http://schemas.openxmlformats.org/officeDocument/2006/relationships/slide" Target="slides/slide605.xml"/><Relationship Id="rId612" Type="http://schemas.openxmlformats.org/officeDocument/2006/relationships/slide" Target="slides/slide606.xml"/><Relationship Id="rId613" Type="http://schemas.openxmlformats.org/officeDocument/2006/relationships/slide" Target="slides/slide607.xml"/><Relationship Id="rId614" Type="http://schemas.openxmlformats.org/officeDocument/2006/relationships/slide" Target="slides/slide608.xml"/><Relationship Id="rId615" Type="http://schemas.openxmlformats.org/officeDocument/2006/relationships/slide" Target="slides/slide609.xml"/><Relationship Id="rId616" Type="http://schemas.openxmlformats.org/officeDocument/2006/relationships/slide" Target="slides/slide610.xml"/><Relationship Id="rId617" Type="http://schemas.openxmlformats.org/officeDocument/2006/relationships/slide" Target="slides/slide611.xml"/><Relationship Id="rId618" Type="http://schemas.openxmlformats.org/officeDocument/2006/relationships/slide" Target="slides/slide612.xml"/><Relationship Id="rId619" Type="http://schemas.openxmlformats.org/officeDocument/2006/relationships/slide" Target="slides/slide613.xml"/><Relationship Id="rId620" Type="http://schemas.openxmlformats.org/officeDocument/2006/relationships/slide" Target="slides/slide614.xml"/><Relationship Id="rId621" Type="http://schemas.openxmlformats.org/officeDocument/2006/relationships/slide" Target="slides/slide615.xml"/><Relationship Id="rId622" Type="http://schemas.openxmlformats.org/officeDocument/2006/relationships/slide" Target="slides/slide616.xml"/><Relationship Id="rId623" Type="http://schemas.openxmlformats.org/officeDocument/2006/relationships/slide" Target="slides/slide6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6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9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1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3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5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7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9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1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3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4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5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8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9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1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2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7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0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2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5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0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3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5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7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9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0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3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4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6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7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8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9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2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5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8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0.png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2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3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4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7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9.pn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0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1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3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4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5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6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2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png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4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5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9.png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0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2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3.png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4.png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6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7.png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png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9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0.png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1.png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2.png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3.png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4.png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6.png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7.png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png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0.png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1.png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2.png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3.png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4.png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5.png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6.png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7.png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8.png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0.png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1.png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2.png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4.png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5.png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6.png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7.png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9.png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0.png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1.png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2.png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3.png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5.png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6.png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7.png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8.png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9.png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0.png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1.png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2.png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3.png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4.png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5.png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6.png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7.png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8.png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9.png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0.png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1.png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2.png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3.png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4.png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5.png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6.png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7.png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8.png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9.png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0.png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1.png"/></Relationships>
</file>

<file path=ppt/slides/_rels/slide3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2.png"/></Relationships>
</file>

<file path=ppt/slides/_rels/slide3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3.png"/></Relationships>
</file>

<file path=ppt/slides/_rels/slide3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4.png"/></Relationships>
</file>

<file path=ppt/slides/_rels/slide3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png"/></Relationships>
</file>

<file path=ppt/slides/_rels/slide3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6.png"/></Relationships>
</file>

<file path=ppt/slides/_rels/slide3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7.png"/></Relationships>
</file>

<file path=ppt/slides/_rels/slide3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8.png"/></Relationships>
</file>

<file path=ppt/slides/_rels/slide3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9.png"/></Relationships>
</file>

<file path=ppt/slides/_rels/slide3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0.png"/></Relationships>
</file>

<file path=ppt/slides/_rels/slide3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1.png"/></Relationships>
</file>

<file path=ppt/slides/_rels/slide3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2.png"/></Relationships>
</file>

<file path=ppt/slides/_rels/slide3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3.png"/></Relationships>
</file>

<file path=ppt/slides/_rels/slide3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4.png"/></Relationships>
</file>

<file path=ppt/slides/_rels/slide3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5.png"/></Relationships>
</file>

<file path=ppt/slides/_rels/slide3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6.png"/></Relationships>
</file>

<file path=ppt/slides/_rels/slide3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7.png"/></Relationships>
</file>

<file path=ppt/slides/_rels/slide3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8.png"/></Relationships>
</file>

<file path=ppt/slides/_rels/slide3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9.png"/></Relationships>
</file>

<file path=ppt/slides/_rels/slide3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0.png"/></Relationships>
</file>

<file path=ppt/slides/_rels/slide3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1.png"/></Relationships>
</file>

<file path=ppt/slides/_rels/slide3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2.png"/></Relationships>
</file>

<file path=ppt/slides/_rels/slide3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3.png"/></Relationships>
</file>

<file path=ppt/slides/_rels/slide3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4.png"/></Relationships>
</file>

<file path=ppt/slides/_rels/slide3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5.png"/></Relationships>
</file>

<file path=ppt/slides/_rels/slide3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6.png"/></Relationships>
</file>

<file path=ppt/slides/_rels/slide3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7.png"/></Relationships>
</file>

<file path=ppt/slides/_rels/slide3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8.png"/></Relationships>
</file>

<file path=ppt/slides/_rels/slide3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9.png"/></Relationships>
</file>

<file path=ppt/slides/_rels/slide3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0.png"/></Relationships>
</file>

<file path=ppt/slides/_rels/slide3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1.png"/></Relationships>
</file>

<file path=ppt/slides/_rels/slide3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2.png"/></Relationships>
</file>

<file path=ppt/slides/_rels/slide3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3.png"/></Relationships>
</file>

<file path=ppt/slides/_rels/slide3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4.png"/></Relationships>
</file>

<file path=ppt/slides/_rels/slide3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5.png"/></Relationships>
</file>

<file path=ppt/slides/_rels/slide3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6.png"/></Relationships>
</file>

<file path=ppt/slides/_rels/slide3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7.png"/></Relationships>
</file>

<file path=ppt/slides/_rels/slide3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8.png"/></Relationships>
</file>

<file path=ppt/slides/_rels/slide3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9.png"/></Relationships>
</file>

<file path=ppt/slides/_rels/slide3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0.png"/></Relationships>
</file>

<file path=ppt/slides/_rels/slide3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1.png"/></Relationships>
</file>

<file path=ppt/slides/_rels/slide3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2.png"/></Relationships>
</file>

<file path=ppt/slides/_rels/slide3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3.png"/></Relationships>
</file>

<file path=ppt/slides/_rels/slide3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4.png"/></Relationships>
</file>

<file path=ppt/slides/_rels/slide3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5.png"/></Relationships>
</file>

<file path=ppt/slides/_rels/slide3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6.png"/></Relationships>
</file>

<file path=ppt/slides/_rels/slide3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7.png"/></Relationships>
</file>

<file path=ppt/slides/_rels/slide3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8.png"/></Relationships>
</file>

<file path=ppt/slides/_rels/slide3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9.png"/></Relationships>
</file>

<file path=ppt/slides/_rels/slide3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0.png"/></Relationships>
</file>

<file path=ppt/slides/_rels/slide3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1.png"/></Relationships>
</file>

<file path=ppt/slides/_rels/slide3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2.png"/></Relationships>
</file>

<file path=ppt/slides/_rels/slide4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3.png"/></Relationships>
</file>

<file path=ppt/slides/_rels/slide4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4.png"/></Relationships>
</file>

<file path=ppt/slides/_rels/slide4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5.png"/></Relationships>
</file>

<file path=ppt/slides/_rels/slide4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6.png"/></Relationships>
</file>

<file path=ppt/slides/_rels/slide4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7.png"/></Relationships>
</file>

<file path=ppt/slides/_rels/slide4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8.png"/></Relationships>
</file>

<file path=ppt/slides/_rels/slide4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9.png"/></Relationships>
</file>

<file path=ppt/slides/_rels/slide4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0.png"/></Relationships>
</file>

<file path=ppt/slides/_rels/slide4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1.png"/></Relationships>
</file>

<file path=ppt/slides/_rels/slide4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2.png"/></Relationships>
</file>

<file path=ppt/slides/_rels/slide4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3.png"/></Relationships>
</file>

<file path=ppt/slides/_rels/slide4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4.png"/></Relationships>
</file>

<file path=ppt/slides/_rels/slide4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5.png"/></Relationships>
</file>

<file path=ppt/slides/_rels/slide4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6.png"/></Relationships>
</file>

<file path=ppt/slides/_rels/slide4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7.png"/></Relationships>
</file>

<file path=ppt/slides/_rels/slide4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8.png"/></Relationships>
</file>

<file path=ppt/slides/_rels/slide4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9.png"/></Relationships>
</file>

<file path=ppt/slides/_rels/slide4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0.png"/></Relationships>
</file>

<file path=ppt/slides/_rels/slide4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1.png"/></Relationships>
</file>

<file path=ppt/slides/_rels/slide4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2.png"/></Relationships>
</file>

<file path=ppt/slides/_rels/slide4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3.png"/></Relationships>
</file>

<file path=ppt/slides/_rels/slide4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4.png"/></Relationships>
</file>

<file path=ppt/slides/_rels/slide4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5.png"/></Relationships>
</file>

<file path=ppt/slides/_rels/slide4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6.png"/></Relationships>
</file>

<file path=ppt/slides/_rels/slide4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7.png"/></Relationships>
</file>

<file path=ppt/slides/_rels/slide4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8.png"/></Relationships>
</file>

<file path=ppt/slides/_rels/slide4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9.png"/></Relationships>
</file>

<file path=ppt/slides/_rels/slide4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0.png"/></Relationships>
</file>

<file path=ppt/slides/_rels/slide4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1.png"/></Relationships>
</file>

<file path=ppt/slides/_rels/slide4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2.png"/></Relationships>
</file>

<file path=ppt/slides/_rels/slide4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3.png"/></Relationships>
</file>

<file path=ppt/slides/_rels/slide4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4.png"/></Relationships>
</file>

<file path=ppt/slides/_rels/slide4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5.png"/></Relationships>
</file>

<file path=ppt/slides/_rels/slide4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6.png"/></Relationships>
</file>

<file path=ppt/slides/_rels/slide4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7.png"/></Relationships>
</file>

<file path=ppt/slides/_rels/slide4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8.png"/></Relationships>
</file>

<file path=ppt/slides/_rels/slide4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9.png"/></Relationships>
</file>

<file path=ppt/slides/_rels/slide4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0.png"/></Relationships>
</file>

<file path=ppt/slides/_rels/slide4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1.png"/></Relationships>
</file>

<file path=ppt/slides/_rels/slide4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2.png"/></Relationships>
</file>

<file path=ppt/slides/_rels/slide4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3.png"/></Relationships>
</file>

<file path=ppt/slides/_rels/slide4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4.png"/></Relationships>
</file>

<file path=ppt/slides/_rels/slide4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5.png"/></Relationships>
</file>

<file path=ppt/slides/_rels/slide4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6.png"/></Relationships>
</file>

<file path=ppt/slides/_rels/slide4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7.png"/></Relationships>
</file>

<file path=ppt/slides/_rels/slide4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8.png"/></Relationships>
</file>

<file path=ppt/slides/_rels/slide4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9.png"/></Relationships>
</file>

<file path=ppt/slides/_rels/slide4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0.png"/></Relationships>
</file>

<file path=ppt/slides/_rels/slide4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1.png"/></Relationships>
</file>

<file path=ppt/slides/_rels/slide4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2.png"/></Relationships>
</file>

<file path=ppt/slides/_rels/slide4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3.png"/></Relationships>
</file>

<file path=ppt/slides/_rels/slide4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4.png"/></Relationships>
</file>

<file path=ppt/slides/_rels/slide4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5.png"/></Relationships>
</file>

<file path=ppt/slides/_rels/slide4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6.png"/></Relationships>
</file>

<file path=ppt/slides/_rels/slide4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7.png"/></Relationships>
</file>

<file path=ppt/slides/_rels/slide4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8.png"/></Relationships>
</file>

<file path=ppt/slides/_rels/slide4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9.png"/></Relationships>
</file>

<file path=ppt/slides/_rels/slide4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0.png"/></Relationships>
</file>

<file path=ppt/slides/_rels/slide4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1.png"/></Relationships>
</file>

<file path=ppt/slides/_rels/slide4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2.png"/></Relationships>
</file>

<file path=ppt/slides/_rels/slide4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3.png"/></Relationships>
</file>

<file path=ppt/slides/_rels/slide4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4.png"/></Relationships>
</file>

<file path=ppt/slides/_rels/slide4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5.png"/></Relationships>
</file>

<file path=ppt/slides/_rels/slide4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6.png"/></Relationships>
</file>

<file path=ppt/slides/_rels/slide4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7.png"/></Relationships>
</file>

<file path=ppt/slides/_rels/slide4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8.png"/></Relationships>
</file>

<file path=ppt/slides/_rels/slide4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9.png"/></Relationships>
</file>

<file path=ppt/slides/_rels/slide4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0.png"/></Relationships>
</file>

<file path=ppt/slides/_rels/slide4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1.png"/></Relationships>
</file>

<file path=ppt/slides/_rels/slide4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2.png"/></Relationships>
</file>

<file path=ppt/slides/_rels/slide4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3.png"/></Relationships>
</file>

<file path=ppt/slides/_rels/slide4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4.png"/></Relationships>
</file>

<file path=ppt/slides/_rels/slide4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5.png"/></Relationships>
</file>

<file path=ppt/slides/_rels/slide4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6.png"/></Relationships>
</file>

<file path=ppt/slides/_rels/slide4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7.png"/></Relationships>
</file>

<file path=ppt/slides/_rels/slide4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8.png"/></Relationships>
</file>

<file path=ppt/slides/_rels/slide4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9.png"/></Relationships>
</file>

<file path=ppt/slides/_rels/slide4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0.png"/></Relationships>
</file>

<file path=ppt/slides/_rels/slide4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1.png"/></Relationships>
</file>

<file path=ppt/slides/_rels/slide4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2.png"/></Relationships>
</file>

<file path=ppt/slides/_rels/slide4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3.png"/></Relationships>
</file>

<file path=ppt/slides/_rels/slide4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4.png"/></Relationships>
</file>

<file path=ppt/slides/_rels/slide4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5.png"/></Relationships>
</file>

<file path=ppt/slides/_rels/slide4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6.png"/></Relationships>
</file>

<file path=ppt/slides/_rels/slide4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7.png"/></Relationships>
</file>

<file path=ppt/slides/_rels/slide4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8.png"/></Relationships>
</file>

<file path=ppt/slides/_rels/slide4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9.png"/></Relationships>
</file>

<file path=ppt/slides/_rels/slide4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0.png"/></Relationships>
</file>

<file path=ppt/slides/_rels/slide4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1.png"/></Relationships>
</file>

<file path=ppt/slides/_rels/slide4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2.png"/></Relationships>
</file>

<file path=ppt/slides/_rels/slide4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3.png"/></Relationships>
</file>

<file path=ppt/slides/_rels/slide4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4.png"/></Relationships>
</file>

<file path=ppt/slides/_rels/slide4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5.png"/></Relationships>
</file>

<file path=ppt/slides/_rels/slide4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6.png"/></Relationships>
</file>

<file path=ppt/slides/_rels/slide4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7.png"/></Relationships>
</file>

<file path=ppt/slides/_rels/slide4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8.png"/></Relationships>
</file>

<file path=ppt/slides/_rels/slide5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9.png"/></Relationships>
</file>

<file path=ppt/slides/_rels/slide5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0.png"/></Relationships>
</file>

<file path=ppt/slides/_rels/slide5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1.png"/></Relationships>
</file>

<file path=ppt/slides/_rels/slide5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2.png"/></Relationships>
</file>

<file path=ppt/slides/_rels/slide5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3.png"/></Relationships>
</file>

<file path=ppt/slides/_rels/slide5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4.png"/></Relationships>
</file>

<file path=ppt/slides/_rels/slide5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5.png"/></Relationships>
</file>

<file path=ppt/slides/_rels/slide5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6.png"/></Relationships>
</file>

<file path=ppt/slides/_rels/slide5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7.png"/></Relationships>
</file>

<file path=ppt/slides/_rels/slide5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8.png"/></Relationships>
</file>

<file path=ppt/slides/_rels/slide5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9.png"/></Relationships>
</file>

<file path=ppt/slides/_rels/slide5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0.png"/></Relationships>
</file>

<file path=ppt/slides/_rels/slide5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1.png"/></Relationships>
</file>

<file path=ppt/slides/_rels/slide5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2.png"/></Relationships>
</file>

<file path=ppt/slides/_rels/slide5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3.png"/></Relationships>
</file>

<file path=ppt/slides/_rels/slide5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4.png"/></Relationships>
</file>

<file path=ppt/slides/_rels/slide5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5.png"/></Relationships>
</file>

<file path=ppt/slides/_rels/slide5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6.png"/></Relationships>
</file>

<file path=ppt/slides/_rels/slide5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7.png"/></Relationships>
</file>

<file path=ppt/slides/_rels/slide5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8.png"/></Relationships>
</file>

<file path=ppt/slides/_rels/slide5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9.png"/></Relationships>
</file>

<file path=ppt/slides/_rels/slide5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0.png"/></Relationships>
</file>

<file path=ppt/slides/_rels/slide5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1.png"/></Relationships>
</file>

<file path=ppt/slides/_rels/slide5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2.png"/></Relationships>
</file>

<file path=ppt/slides/_rels/slide5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3.png"/></Relationships>
</file>

<file path=ppt/slides/_rels/slide5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4.png"/></Relationships>
</file>

<file path=ppt/slides/_rels/slide5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5.png"/></Relationships>
</file>

<file path=ppt/slides/_rels/slide5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6.png"/></Relationships>
</file>

<file path=ppt/slides/_rels/slide5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7.png"/></Relationships>
</file>

<file path=ppt/slides/_rels/slide5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8.png"/></Relationships>
</file>

<file path=ppt/slides/_rels/slide5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9.png"/></Relationships>
</file>

<file path=ppt/slides/_rels/slide5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0.png"/></Relationships>
</file>

<file path=ppt/slides/_rels/slide5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1.png"/></Relationships>
</file>

<file path=ppt/slides/_rels/slide5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2.png"/></Relationships>
</file>

<file path=ppt/slides/_rels/slide5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3.png"/></Relationships>
</file>

<file path=ppt/slides/_rels/slide5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4.png"/></Relationships>
</file>

<file path=ppt/slides/_rels/slide5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5.png"/></Relationships>
</file>

<file path=ppt/slides/_rels/slide5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6.png"/></Relationships>
</file>

<file path=ppt/slides/_rels/slide5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7.png"/></Relationships>
</file>

<file path=ppt/slides/_rels/slide5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8.png"/></Relationships>
</file>

<file path=ppt/slides/_rels/slide5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9.png"/></Relationships>
</file>

<file path=ppt/slides/_rels/slide5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0.png"/></Relationships>
</file>

<file path=ppt/slides/_rels/slide5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1.png"/></Relationships>
</file>

<file path=ppt/slides/_rels/slide5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2.png"/></Relationships>
</file>

<file path=ppt/slides/_rels/slide5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3.png"/></Relationships>
</file>

<file path=ppt/slides/_rels/slide5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4.png"/></Relationships>
</file>

<file path=ppt/slides/_rels/slide5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5.png"/></Relationships>
</file>

<file path=ppt/slides/_rels/slide5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6.png"/></Relationships>
</file>

<file path=ppt/slides/_rels/slide5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7.png"/></Relationships>
</file>

<file path=ppt/slides/_rels/slide5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8.png"/></Relationships>
</file>

<file path=ppt/slides/_rels/slide5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9.png"/></Relationships>
</file>

<file path=ppt/slides/_rels/slide5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0.png"/></Relationships>
</file>

<file path=ppt/slides/_rels/slide5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1.png"/></Relationships>
</file>

<file path=ppt/slides/_rels/slide5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2.png"/></Relationships>
</file>

<file path=ppt/slides/_rels/slide5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3.png"/></Relationships>
</file>

<file path=ppt/slides/_rels/slide5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4.png"/></Relationships>
</file>

<file path=ppt/slides/_rels/slide5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5.png"/></Relationships>
</file>

<file path=ppt/slides/_rels/slide5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6.png"/></Relationships>
</file>

<file path=ppt/slides/_rels/slide5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7.png"/></Relationships>
</file>

<file path=ppt/slides/_rels/slide5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8.png"/></Relationships>
</file>

<file path=ppt/slides/_rels/slide5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9.png"/></Relationships>
</file>

<file path=ppt/slides/_rels/slide5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0.png"/></Relationships>
</file>

<file path=ppt/slides/_rels/slide5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1.png"/></Relationships>
</file>

<file path=ppt/slides/_rels/slide5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2.png"/></Relationships>
</file>

<file path=ppt/slides/_rels/slide5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3.png"/></Relationships>
</file>

<file path=ppt/slides/_rels/slide5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4.png"/></Relationships>
</file>

<file path=ppt/slides/_rels/slide5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5.png"/></Relationships>
</file>

<file path=ppt/slides/_rels/slide5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6.png"/></Relationships>
</file>

<file path=ppt/slides/_rels/slide5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7.png"/></Relationships>
</file>

<file path=ppt/slides/_rels/slide5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8.png"/></Relationships>
</file>

<file path=ppt/slides/_rels/slide5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9.png"/></Relationships>
</file>

<file path=ppt/slides/_rels/slide5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0.png"/></Relationships>
</file>

<file path=ppt/slides/_rels/slide5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1.png"/></Relationships>
</file>

<file path=ppt/slides/_rels/slide5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2.png"/></Relationships>
</file>

<file path=ppt/slides/_rels/slide5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3.png"/></Relationships>
</file>

<file path=ppt/slides/_rels/slide5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4.png"/></Relationships>
</file>

<file path=ppt/slides/_rels/slide5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5.png"/></Relationships>
</file>

<file path=ppt/slides/_rels/slide5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6.png"/></Relationships>
</file>

<file path=ppt/slides/_rels/slide5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7.png"/></Relationships>
</file>

<file path=ppt/slides/_rels/slide5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8.png"/></Relationships>
</file>

<file path=ppt/slides/_rels/slide5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9.png"/></Relationships>
</file>

<file path=ppt/slides/_rels/slide5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0.png"/></Relationships>
</file>

<file path=ppt/slides/_rels/slide5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1.png"/></Relationships>
</file>

<file path=ppt/slides/_rels/slide5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2.png"/></Relationships>
</file>

<file path=ppt/slides/_rels/slide5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3.png"/></Relationships>
</file>

<file path=ppt/slides/_rels/slide5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4.png"/></Relationships>
</file>

<file path=ppt/slides/_rels/slide5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5.png"/></Relationships>
</file>

<file path=ppt/slides/_rels/slide5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6.png"/></Relationships>
</file>

<file path=ppt/slides/_rels/slide5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7.png"/></Relationships>
</file>

<file path=ppt/slides/_rels/slide5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8.png"/></Relationships>
</file>

<file path=ppt/slides/_rels/slide5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9.png"/></Relationships>
</file>

<file path=ppt/slides/_rels/slide6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0.png"/></Relationships>
</file>

<file path=ppt/slides/_rels/slide6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1.png"/></Relationships>
</file>

<file path=ppt/slides/_rels/slide6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2.png"/></Relationships>
</file>

<file path=ppt/slides/_rels/slide6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3.png"/></Relationships>
</file>

<file path=ppt/slides/_rels/slide6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4.png"/></Relationships>
</file>

<file path=ppt/slides/_rels/slide6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5.png"/></Relationships>
</file>

<file path=ppt/slides/_rels/slide6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6.png"/></Relationships>
</file>

<file path=ppt/slides/_rels/slide6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7.png"/></Relationships>
</file>

<file path=ppt/slides/_rels/slide6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8.png"/></Relationships>
</file>

<file path=ppt/slides/_rels/slide6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9.png"/></Relationships>
</file>

<file path=ppt/slides/_rels/slide6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0.png"/></Relationships>
</file>

<file path=ppt/slides/_rels/slide6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1.png"/></Relationships>
</file>

<file path=ppt/slides/_rels/slide6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2.png"/></Relationships>
</file>

<file path=ppt/slides/_rels/slide6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3.png"/></Relationships>
</file>

<file path=ppt/slides/_rels/slide6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 i="0">
                <a:solidFill>
                  <a:srgbClr val="2B2018"/>
                </a:solidFill>
              </a:defRPr>
            </a:pPr>
            <a:r>
              <a:t>Datahub de Análise Racial no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3832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5C4F3F"/>
                </a:solidFill>
              </a:defRPr>
            </a:pPr>
            <a:r>
              <a:t>Renda por raça — árvore cruzada (Raça × Gênero × Faixa/Geração × Escolaridade)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F8271"/>
                </a:solidFill>
              </a:defRPr>
            </a:pPr>
            <a:r>
              <a:t>PNAD Contínua Trimestral (2012–2026) · cada gráfico aparece em um único slide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D9086"/>
                </a:solidFill>
              </a:defRPr>
            </a:pPr>
            <a:r>
              <a:t>Índice — árvore de renda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1. Raça  —  4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2. Raça × Gênero  —  11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3. Raça × Faixa Etária  —  19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4. Raça × Geração  —  19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5. Raça × Escolaridade  —  28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6. Raça × Gênero × Faixa Etária  —  38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18872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7. Raça × Gênero × Geração  —  38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8. Raça × Gênero × Escolaridade  —  55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9. Raça × Gênero × Faixa Etária × Escolaridade  —  115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10. Raça × Gênero × Geração × Escolaridade  —  115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11. Raça × Geração × Escolaridade (ambos os gêneros)  —  58 slides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1.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 de renda · 3 de hiato · Renda por raça (Branca / Negra=Preta+Parda / Indígena): série 2012–2026. Hiato: série separada por comparação (vs. Negra / vs. Indígena); o snapshot é 1 gráfico com as 2 barras. Série de Indígena suavizada (amostra pequena).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aca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aca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Raça (Brasil)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aca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Raça (Brasil)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Branca vs. Negra e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raca_hiato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2066" y="1536192"/>
            <a:ext cx="642756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e Branca vs. Indígena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2.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3 de renda · 8 de hiato · Renda: série combinada (Homens tracejado, Mulheres sólido) + Mulheres + Homens. Hiato: série (combinada + por gênero) e snapshot, cada comparação em seu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e gênero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g_comb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47" y="1536192"/>
            <a:ext cx="107214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e gênero — série (6 linhas).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Mulheres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g_mulhere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Homens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g_homen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g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sexo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g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sexo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Mulheres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g_hiato_mulheres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g_hiato_mulheres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Homens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g_hiato_homens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g_hiato_homens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rg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606" y="1536192"/>
            <a:ext cx="69304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sexo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rg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606" y="1536192"/>
            <a:ext cx="69304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sexo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3. Raça × Faixa Etária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7 de renda · 12 de hiato · Renda: série combinada em 3 slides (um por raça) + uma por faixa. Hiato: série (combinada + por faixa, com a faixa no título) e snapshot, cada comparação em seu slide.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Branca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Negra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Indígena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18_24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18-24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25_3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25-39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40_5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40-59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60mai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60+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18-24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18_24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18-24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18_24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25-39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25_3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25-39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25_3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40-59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40_5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40-59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40_5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60+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60mais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60+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60mais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faixa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faixa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4. Raça × Geração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7 de renda · 12 de hiato · Idem por geração (mesma coorte de nascimento).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Branca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Negra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Indígena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baby_boomer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geracao_x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millenni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geracao_z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baby_boomer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baby_boomer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geracao_x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geracao_x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millennia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millennia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geracao_z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geracao_z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62" y="1536192"/>
            <a:ext cx="1066137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racao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racao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5. Raça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10 de renda · 18 de hiato · Idem por nível de instrução (7 níveis).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Branca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Negra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Indígena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sem_instrucao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Sem instrução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sem_instrucao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fundamental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fundamental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fundamental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fundamental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medio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medio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medio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medio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superior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superior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62" y="1536192"/>
            <a:ext cx="1066137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superior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superior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escol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escol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6. Raça × Gênero × Faixa Etária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14 de renda · 24 de hiato · Quebra CRUZADA gênero×faixa. Por gênero: renda (série combinada + uma por faixa) + hiato por comparação (série combinada, série por faixa, snapshot).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— Mulheres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Branca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Negra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Indígena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18_24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25_3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40_5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60mai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18-24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18_24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18-24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18_24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25-39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25_3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25-39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25_3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40-59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40_5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40-59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40_5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60+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60mais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60+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60mais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2152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x_mulhere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x_mulhere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— Homens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Branca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Negra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Indígena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18_24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25_3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40_5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60mai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18-24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18_24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18-24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18_24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25-39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25_3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25-39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25_3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40-59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40_5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40-59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40_5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60+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60mais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60+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60mais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x_homen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x_homen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7. Raça × Gênero × Geração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14 de renda · 24 de hiato · Quebra CRUZADA gênero×geração.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— Mulheres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Branca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Negra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Indígena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baby_boomer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geracao_x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millenni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geracao_z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Baby Boomer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baby_boomer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Baby Boomer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baby_boomer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X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geracao_x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X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geracao_x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Millennial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millennia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Millennial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millennia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Z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geracao_z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Z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geracao_z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644" y="1536192"/>
            <a:ext cx="477840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_mulhere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_mulhere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— Homens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Branca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Negra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Indígena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baby_boomer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geracao_x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millenni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geracao_z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Baby Boomer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baby_boomer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Baby Boomer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baby_boomer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X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geracao_x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X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geracao_x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Millennial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millennia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Millennial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millennia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Z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geracao_z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Z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geracao_z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422" y="1536192"/>
            <a:ext cx="1041285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_homen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_homen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8. Raça × Gênero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20 de renda · 35 de hiato · Quebra CRUZADA gênero×escolaridade.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Escolaridade — Mulheres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Branca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Negra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Indígena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sem_instrucao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fundamental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fundamental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fundamental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fundamental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32" y="1536192"/>
            <a:ext cx="998903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medio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medio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241" y="1536192"/>
            <a:ext cx="1034921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medio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medio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superior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superior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232" y="1536192"/>
            <a:ext cx="1038523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superior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superior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es_mulhere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es_mulhere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Escolaridade — Homens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Branca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Negra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Indígena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sem_instrucao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Sem instrução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sem_instrucao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fundamental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fundamental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fundamental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fundamental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medio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medio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medio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medio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superior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superior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888" y="1536192"/>
            <a:ext cx="777991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superior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superior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es_homen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es_homen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9. Raça × Gênero × Faixa Etária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56 de renda · 59 de hiato · Quebra CRUZADA gênero×faixa×escolaridade — 70 células (série de renda + série de hiato Branca-vs-Negra por célula). Indígena via 2 heatmaps por gênero (vs. Negra / vs. Indígena).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Mulheres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77" y="1536192"/>
            <a:ext cx="1060134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Homens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Mulheres</a:t>
            </a:r>
          </a:p>
        </p:txBody>
      </p:sp>
    </p:spTree>
  </p:cSld>
  <p:clrMapOvr>
    <a:masterClrMapping/>
  </p:clrMapOvr>
</p:sld>
</file>

<file path=ppt/slides/slide3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Mulheres: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e_mulhere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Mulheres: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e_mulhere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Homens</a:t>
            </a:r>
          </a:p>
        </p:txBody>
      </p:sp>
    </p:spTree>
  </p:cSld>
  <p:clrMapOvr>
    <a:masterClrMapping/>
  </p:clrMapOvr>
</p:sld>
</file>

<file path=ppt/slides/slide3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Homens: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e_homen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Homens: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e_homen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10. Raça × Gênero × Geração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56 de renda · 59 de hiato · Quebra CRUZADA gênero×geração×escolaridade — 56 células.</a:t>
            </a:r>
          </a:p>
        </p:txBody>
      </p:sp>
    </p:spTree>
  </p:cSld>
  <p:clrMapOvr>
    <a:masterClrMapping/>
  </p:clrMapOvr>
</p:sld>
</file>

<file path=ppt/slides/slide3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Mulheres</a:t>
            </a:r>
          </a:p>
        </p:txBody>
      </p:sp>
    </p:spTree>
  </p:cSld>
  <p:clrMapOvr>
    <a:masterClrMapping/>
  </p:clrMapOvr>
</p:sld>
</file>

<file path=ppt/slides/slide3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137" y="1536192"/>
            <a:ext cx="1059342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Homens</a:t>
            </a:r>
          </a:p>
        </p:txBody>
      </p:sp>
    </p:spTree>
  </p:cSld>
  <p:clrMapOvr>
    <a:masterClrMapping/>
  </p:clrMapOvr>
</p:sld>
</file>

<file path=ppt/slides/slide4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" y="1536192"/>
            <a:ext cx="1067768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49" y="1536192"/>
            <a:ext cx="277339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186" y="1536192"/>
            <a:ext cx="1056532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Mulheres</a:t>
            </a:r>
          </a:p>
        </p:txBody>
      </p:sp>
    </p:spTree>
  </p:cSld>
  <p:clrMapOvr>
    <a:masterClrMapping/>
  </p:clrMapOvr>
</p:sld>
</file>

<file path=ppt/slides/slide4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Mulheres: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2_mulhere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Mulheres: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2_mulhere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Homens</a:t>
            </a:r>
          </a:p>
        </p:txBody>
      </p:sp>
    </p:spTree>
  </p:cSld>
  <p:clrMapOvr>
    <a:masterClrMapping/>
  </p:clrMapOvr>
</p:sld>
</file>

<file path=ppt/slides/slide4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Homens: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2_homen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Homens: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2_homen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11. Raça × Geração × Escolaridade (ambos os gêneros)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28 de renda · 30 de hiato · Geração × Escolaridade com AMBOS os gêneros juntos — 28 células (série de renda + série de hiato por célula) + 2 heatmaps. Fecha a combinação que faltava pra um dashboard geração×escolaridade×gênero.</a:t>
            </a:r>
          </a:p>
        </p:txBody>
      </p:sp>
    </p:spTree>
  </p:cSld>
  <p:clrMapOvr>
    <a:masterClrMapping/>
  </p:clrMapOvr>
</p:sld>
</file>

<file path=ppt/slides/slide4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8756" y="1536192"/>
            <a:ext cx="433418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" y="1536192"/>
            <a:ext cx="1067768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geração × escolaridade (ambos os gêneros)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geração e escolaridade, ambos os gêneros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geração × escolaridade (ambos os gêneros)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geração e escolaridade, ambos os gêneros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Topo 10%, base 10% e quartis (limiares Brasil / gênero / raça×gênero)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Limiares calculados em 3 escopos NOVOS: Brasil inteiro / dentro de cada gênero / dentro de cada raça×gênero. Snapshot do trimestre mais recente.</a:t>
            </a:r>
          </a:p>
        </p:txBody>
      </p:sp>
    </p:spTree>
  </p:cSld>
  <p:clrMapOvr>
    <a:masterClrMapping/>
  </p:clrMapOvr>
</p:sld>
</file>

<file path=ppt/slides/slide5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 quem são os 10% mais ricos e os 10% mais pobres do Brasil?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raça dentro do decil · limiar P90/P10 único, todo o Brasil · 2º tri. 2026</a:t>
            </a:r>
          </a:p>
        </p:txBody>
      </p:sp>
      <p:pic>
        <p:nvPicPr>
          <p:cNvPr id="4" name="Picture 3" descr="ext_dist_bras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Negra é ~56% da população ocupada, mas só ~33% do topo 10% e ~73% da base 10%.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Dentro dos 10% que mais ganham de cada gênero, qual a composição racial?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raça no decil · limiar P90 calculado dentro de cada gênero · 2º tri. 2026</a:t>
            </a:r>
          </a:p>
        </p:txBody>
      </p:sp>
      <p:pic>
        <p:nvPicPr>
          <p:cNvPr id="4" name="Picture 3" descr="ext_dist_genero_topo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Limiar por gênero: a sub-representação de Negra no topo (e sobre-representação na base) persiste dentro de cada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Dentro dos 10% que menos ganham de cada gênero, qual a composição racial?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raça no decil · limiar P10 calculado dentro de cada gênero · 2º tri. 2026</a:t>
            </a:r>
          </a:p>
        </p:txBody>
      </p:sp>
      <p:pic>
        <p:nvPicPr>
          <p:cNvPr id="4" name="Picture 3" descr="ext_dist_genero_bas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Limiar por gênero: a sub-representação de Negra no topo (e sobre-representação na base) persiste dentro de cada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Quanto ganham (R$) os 10% que mais ganham, por raça?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média real no decil · limiar P90 dentro de cada grupo (por raça) · 2º tri. 2026</a:t>
            </a:r>
          </a:p>
        </p:txBody>
      </p:sp>
      <p:pic>
        <p:nvPicPr>
          <p:cNvPr id="4" name="Picture 3" descr="ext_renda_raca_topo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888" y="1536192"/>
            <a:ext cx="777991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Os 10% que mais ganham, por raça: distância em R$ entre os grupos.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Quanto ganham (R$) os 10% que menos ganham, por raça?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média real no decil · limiar P10 dentro de cada grupo (por raça) · 2º tri. 2026</a:t>
            </a:r>
          </a:p>
        </p:txBody>
      </p:sp>
      <p:pic>
        <p:nvPicPr>
          <p:cNvPr id="4" name="Picture 3" descr="ext_renda_raca_bas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888" y="1536192"/>
            <a:ext cx="777991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Os 10% que menos ganham, por raça: distância em R$ entre os grupos.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Quanto ganham (R$) os 10% que mais ganham, por raça × gênero?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média real no decil · limiar P90 dentro de cada grupo (por raça × gênero) · 2º tri. 2026</a:t>
            </a:r>
          </a:p>
        </p:txBody>
      </p:sp>
      <p:pic>
        <p:nvPicPr>
          <p:cNvPr id="4" name="Picture 3" descr="ext_renda_raca_sexo_topo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888" y="1536192"/>
            <a:ext cx="777991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Os 10% que mais ganham, por raça × gênero: distância em R$ entre os grupos.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Quanto ganham (R$) os 10% que menos ganham, por raça × gênero?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média real no decil · limiar P10 dentro de cada grupo (por raça × gênero) · 2º tri. 2026</a:t>
            </a:r>
          </a:p>
        </p:txBody>
      </p:sp>
      <p:pic>
        <p:nvPicPr>
          <p:cNvPr id="4" name="Picture 3" descr="ext_renda_raca_sexo_bas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885" y="1536192"/>
            <a:ext cx="779192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Os 10% que menos ganham, por raça × gênero: distância em R$ entre os grupos.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Escolaridade dentro dos 10% que mais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topo10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329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escolaridade de quem está nos 10% que mais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Faixa etária dentro dos 10% que mais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topo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643" y="1536192"/>
            <a:ext cx="875240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de quem está nos 10% que mais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Geração dentro dos 10% que mais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topo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de quem está nos 10% que mais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Escolaridade dentro dos 10% que menos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base10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329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escolaridade de quem está nos 10% que menos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Faixa etária dentro dos 10% que menos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base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643" y="1536192"/>
            <a:ext cx="875240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de quem está nos 10% que menos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Geração dentro dos 10% que menos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base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de quem está nos 10% que menos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Escolaridade dentro dos 10% que mais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sexo_topo10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329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escolaridade de quem está nos 10% que mais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Faixa etária dentro dos 10% que mais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sexo_topo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643" y="1536192"/>
            <a:ext cx="875240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de quem está nos 10% que mais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Geração dentro dos 10% que mais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sexo_topo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de quem está nos 10% que mais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Escolaridade dentro dos 10% que menos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sexo_base10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329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escolaridade de quem está nos 10% que menos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Faixa etária dentro dos 10% que menos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sexo_base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643" y="1536192"/>
            <a:ext cx="875240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de quem está nos 10% que menos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Geração dentro dos 10% que menos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sexo_base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de quem está nos 10% que menos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gênero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raça) · 2º tri. 2026</a:t>
            </a:r>
          </a:p>
        </p:txBody>
      </p:sp>
      <p:pic>
        <p:nvPicPr>
          <p:cNvPr id="4" name="Picture 3" descr="ext_quartil_raca_sex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de mulheres em cada quartil de renda, por raça — mais mulheres nos quartis de baixo.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escolaridade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raça) · 2º tri. 2026</a:t>
            </a:r>
          </a:p>
        </p:txBody>
      </p:sp>
      <p:pic>
        <p:nvPicPr>
          <p:cNvPr id="4" name="Picture 3" descr="ext_quartil_raca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0273" y="1536192"/>
            <a:ext cx="825114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escolaridade em cada quartil (Q1→Q4), por raça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faixa etária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raça) · 2º tri. 2026</a:t>
            </a:r>
          </a:p>
        </p:txBody>
      </p:sp>
      <p:pic>
        <p:nvPicPr>
          <p:cNvPr id="4" name="Picture 3" descr="ext_quartil_rac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204" y="1536192"/>
            <a:ext cx="821728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faixa etária em cada quartil (Q1→Q4), por raça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geração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raça) · 2º tri. 2026</a:t>
            </a:r>
          </a:p>
        </p:txBody>
      </p:sp>
      <p:pic>
        <p:nvPicPr>
          <p:cNvPr id="4" name="Picture 3" descr="ext_quartil_raca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561" y="1536192"/>
            <a:ext cx="822857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geração em cada quartil (Q1→Q4), por raça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escolaridade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 × gênero) · 2º tri. 2026</a:t>
            </a:r>
          </a:p>
        </p:txBody>
      </p:sp>
      <p:pic>
        <p:nvPicPr>
          <p:cNvPr id="4" name="Picture 3" descr="ext_quartil_raca_sexo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0893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escolaridade em cada quartil (Q1→Q4), por raça × gênero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faixa etária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 × gênero) · 2º tri. 2026</a:t>
            </a:r>
          </a:p>
        </p:txBody>
      </p:sp>
      <p:pic>
        <p:nvPicPr>
          <p:cNvPr id="4" name="Picture 3" descr="ext_quartil_raca_sexo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1007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faixa etária em cada quartil (Q1→Q4), por raça × gênero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geração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 × gênero) · 2º tri. 2026</a:t>
            </a:r>
          </a:p>
        </p:txBody>
      </p:sp>
      <p:pic>
        <p:nvPicPr>
          <p:cNvPr id="4" name="Picture 3" descr="ext_quartil_raca_sexo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096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geração em cada quartil (Q1→Q4), por raça × gênero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D9086"/>
                </a:solidFill>
              </a:defRPr>
            </a:pPr>
            <a:r>
              <a:t>Tabela de crescimento da renda por raça (2012 T1 → 2026 T2)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Uma linha por folha de renda da árvore (181 linhas): renda média real Branca, Negra e Indígena no primeiro e no último trimestre, % de crescimento de cada raça, e os hiatos em R$ (Branca-Negra e Branca-Indígena) no início vs. no fim.</a:t>
            </a:r>
          </a:p>
          <a:p>
            <a:pPr algn="l">
              <a:defRPr sz="1400" b="0" i="0">
                <a:solidFill>
                  <a:srgbClr val="5C4F3F"/>
                </a:solidFill>
              </a:defRPr>
            </a:pPr>
          </a:p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Arquivo à parte (não cabe como slide legível):</a:t>
            </a:r>
          </a:p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   •  docs/tabela_crescimento_renda.xlsx  (uma aba por item + aba 'Tudo')</a:t>
            </a:r>
          </a:p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   •  docs/tabela_crescimento_renda.csv</a:t>
            </a:r>
          </a:p>
          <a:p>
            <a:pPr algn="l">
              <a:defRPr sz="1400" b="0" i="0">
                <a:solidFill>
                  <a:srgbClr val="5C4F3F"/>
                </a:solidFill>
              </a:defRPr>
            </a:pPr>
          </a:p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Leitura geral: quem cresceu mais (em %) — Negra em 71 folhas, Indígena em 56, Branca em 46 — mas a diferença Branca-Negra em R$ AUMENTOU em 92 das 181. O hiato relativo cai enquanto a distância absoluta sobe.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Aprofundamentos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Instabilidade de renda, retorno da escolaridade, Capital×Interior, desocupação×escolaridade, formal×informal, salários mínimos, Oaxaca-Blinder ano a ano, dupla desvantagem, projeção de convergência.</a:t>
            </a:r>
          </a:p>
        </p:txBody>
      </p:sp>
    </p:spTree>
  </p:cSld>
  <p:clrMapOvr>
    <a:masterClrMapping/>
  </p:clrMapOvr>
</p:sld>
</file>

<file path=ppt/slides/slide5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efetiva ÷ habitual,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· 100% = recebeu tudo que costuma receber no mês · abaixo de 100% = perda por falta/interrupção · série 2012–2026</a:t>
            </a:r>
          </a:p>
        </p:txBody>
      </p:sp>
      <p:pic>
        <p:nvPicPr>
          <p:cNvPr id="4" name="Picture 3" descr="apr_efetiva_habi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Quanto menor, mais a renda do mês fica abaixo da 'habitual' — instabilidade de renda.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Retorno da escolaridade,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índice: renda média em cada nível ÷ renda no Médio completo (=100), dentro de cada raça · 2º tri. 2026</a:t>
            </a:r>
          </a:p>
        </p:txBody>
      </p:sp>
      <p:pic>
        <p:nvPicPr>
          <p:cNvPr id="4" name="Picture 3" descr="apr_premi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069" y="1536192"/>
            <a:ext cx="886955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Se a curva de uma raça é mais inclinada, cada degrau de escolaridade 'vale' mais R$ pra ela.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Branca vs. Negra — projeção linear da tendência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extrapolação simples da reta de tendência até o hiato zerar · tendência 2012–2026: fecharia por volta de 2109 (~83 anos) · tendência 2016–2026 (pós-recessão): fecharia por volta de 2078 (~52 anos)</a:t>
            </a:r>
          </a:p>
        </p:txBody>
      </p:sp>
      <p:pic>
        <p:nvPicPr>
          <p:cNvPr id="4" name="Picture 3" descr="apr_converg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377" y="1536192"/>
            <a:ext cx="1006894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NÃO é previsão — tendências não são garantia (a série tem quebras estruturais e pode estagnar). Cenário ilustrativo do ritmo recente.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Branca vs. Negra — Capital vs. Interior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· Welch trimestre a trimestre · série 2012–2026</a:t>
            </a:r>
          </a:p>
        </p:txBody>
      </p:sp>
      <p:pic>
        <p:nvPicPr>
          <p:cNvPr id="4" name="Picture 3" descr="apr_capital_inte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hiato racial de renda é maior nas capitais ou no interior?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Taxa de desocupação por raça e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da força de trabalho desocupada · 2º tri. 2026</a:t>
            </a:r>
          </a:p>
        </p:txBody>
      </p:sp>
      <p:pic>
        <p:nvPicPr>
          <p:cNvPr id="4" name="Picture 3" descr="apr_desocupaca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3874" y="1536192"/>
            <a:ext cx="82839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Mais diploma fecha o gap de emprego como (em parte) fecha o de salário?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Branca vs. Negra — setor formal vs. informal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formal = contribui para a previdência · % de diferença · Welch · série 2012–2026</a:t>
            </a:r>
          </a:p>
        </p:txBody>
      </p:sp>
      <p:pic>
        <p:nvPicPr>
          <p:cNvPr id="4" name="Picture 3" descr="apr_formal_inf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A informalidade explica parte do hiato, ou ele sobrevive dentro do emprego protegido?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% ganhando até 1 salário mínimo,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habitual nominal ÷ salário mínimo nominal do ano · série 2012–2026</a:t>
            </a:r>
          </a:p>
        </p:txBody>
      </p:sp>
      <p:pic>
        <p:nvPicPr>
          <p:cNvPr id="4" name="Picture 3" descr="apr_sm_at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Concentração perto do piso salarial.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% ganhando acima de 3 salários mínimos,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habitual nominal ÷ salário mínimo nominal do ano · série 2012–2026</a:t>
            </a:r>
          </a:p>
        </p:txBody>
      </p:sp>
      <p:pic>
        <p:nvPicPr>
          <p:cNvPr id="4" name="Picture 3" descr="apr_sm_acim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Presença no topo da distribuição de renda do trabalho.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de Oaxaca-Blinder do hiato Branca vs. Negra — ano a ano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controles: faixa etária + escolaridade + ocupação · parcela explicada por composição vs. não-explicada (não explicada = parte não associada às covariáveis incluídas)</a:t>
            </a:r>
          </a:p>
        </p:txBody>
      </p:sp>
      <p:pic>
        <p:nvPicPr>
          <p:cNvPr id="4" name="Picture 3" descr="apr_oaxaca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087" y="1536192"/>
            <a:ext cx="1004352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A parte não-explicada está caindo conforme a escolaridade de negros sobe, ou fica travada?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residual (não-explicado) por ponto da distribuição — ano a ano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RIF de P10/P50/P90, mesmos controles · o resíduo em forma de U ('piso pegajoso' na base, 'teto de vidro' no topo) é estável?</a:t>
            </a:r>
          </a:p>
        </p:txBody>
      </p:sp>
      <p:pic>
        <p:nvPicPr>
          <p:cNvPr id="4" name="Picture 3" descr="apr_rif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47" y="1536192"/>
            <a:ext cx="107214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P10 = base, P50 = mediana, P90 = topo. Cada linha é o hiato que sobra depois dos controles.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Gap de renda Homem Branco ↔ Mulher Negra — decomposição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gap total (linha) = efeito raça + efeito gênero + interação (o 'extra' de ser as duas coisas) · série 2012–2026</a:t>
            </a:r>
          </a:p>
        </p:txBody>
      </p:sp>
      <p:pic>
        <p:nvPicPr>
          <p:cNvPr id="4" name="Picture 3" descr="apr_dupla_desvantag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429" y="1536192"/>
            <a:ext cx="1043483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Do abismo entre o grupo mais e o menos favorecido, quanto é raça, quanto é gênero, quanto é a soma dos dois.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Validação cruzada — nosso pipeline vs. IBGE 'Desigualdades Sociais por Cor ou Raça' (2021)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taxa de desocupação e informalidade (% sem contribuição previdenciária), Brasil, 2021 · fontes independentes</a:t>
            </a:r>
          </a:p>
        </p:txBody>
      </p:sp>
      <p:pic>
        <p:nvPicPr>
          <p:cNvPr id="4" name="Picture 3" descr="apr_validacao_ib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738" y="1536192"/>
            <a:ext cx="966421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Reproduzimos os números oficiais dentro de ~1-3 p.p. — diferenças cabem em universo/definição (a 'informalidade' do IBGE é um composto mais amplo). O hiato de renda Branca vs. Preta em 2021 dá ~70% no nosso pipeline (Branca vs. Negra combinada) vs. 76% do IBGE (Branca vs. Preta só) — Preta ganha menos que Parda, daí a diferença.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Outras análises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Análises complementares, fora da árvore. Nesta seção o título fica na própria imagem.</a:t>
            </a:r>
          </a:p>
        </p:txBody>
      </p:sp>
    </p:spTree>
  </p:cSld>
  <p:clrMapOvr>
    <a:masterClrMapping/>
  </p:clrMapOvr>
</p:sld>
</file>

<file path=ppt/slides/slide5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É ocupação, ou é cor da pele? — decomposição do hiato</a:t>
            </a:r>
          </a:p>
        </p:txBody>
      </p:sp>
    </p:spTree>
  </p:cSld>
  <p:clrMapOvr>
    <a:masterClrMapping/>
  </p:clrMapOvr>
</p:sld>
</file>

<file path=ppt/slides/slide5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Quanto idade, escolaridade e ocupação explicam do hiato Branca vs. Negra.</a:t>
            </a:r>
          </a:p>
        </p:txBody>
      </p:sp>
      <p:pic>
        <p:nvPicPr>
          <p:cNvPr id="3" name="Picture 2" descr="decomposicao_hiat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855" y="868680"/>
            <a:ext cx="10897985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Padronização direta: 66% bruto → 31% (+escolaridade) → 25% (+ocupação, residual). Ocupação sozinha: 34%.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Quanto idade, escolaridade e ocupação explicam do hiato Branca vs. Negra.</a:t>
            </a:r>
          </a:p>
        </p:txBody>
      </p:sp>
      <p:pic>
        <p:nvPicPr>
          <p:cNvPr id="3" name="Picture 2" descr="oaxaca_blinder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0195" y="868680"/>
            <a:ext cx="8431305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Regressão (Oaxaca-Blinder) com teste de significância: resíduo +23% (p&lt;0,001; parte não associada às covariáveis, não é medida de discriminação).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Quanto idade, escolaridade e ocupação explicam do hiato Branca vs. Negra.</a:t>
            </a:r>
          </a:p>
        </p:txBody>
      </p:sp>
      <p:pic>
        <p:nvPicPr>
          <p:cNvPr id="3" name="Picture 2" descr="oaxaca_blinder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331" y="868680"/>
            <a:ext cx="805503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resíduo não é uniforme: ~15% na mediana, ~35% na base (piso pegajoso), ~34% no topo (teto de vidro).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Quanto idade, escolaridade e ocupação explicam do hiato Branca vs. Negra.</a:t>
            </a:r>
          </a:p>
        </p:txBody>
      </p:sp>
      <p:pic>
        <p:nvPicPr>
          <p:cNvPr id="3" name="Picture 2" descr="renda_por_raca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7391" y="868680"/>
            <a:ext cx="729691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Dentro de CADA categoria ocupacional, Branca ganha mais que Negra.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A × B — combinações com ocupação (pooled 8 trimestres)</a:t>
            </a:r>
          </a:p>
        </p:txBody>
      </p:sp>
    </p:spTree>
  </p:cSld>
  <p:clrMapOvr>
    <a:masterClrMapping/>
  </p:clrMapOvr>
</p:sld>
</file>

<file path=ppt/slides/slide5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genero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406" y="868680"/>
            <a:ext cx="1113088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gênero e geração.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genero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091" y="868680"/>
            <a:ext cx="8419513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gênero e ocupação.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faixa_etari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936" y="868680"/>
            <a:ext cx="980182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faixa etária e escolaridade.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faixa_etaria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091" y="868680"/>
            <a:ext cx="8419513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faixa etária e ocupação.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geraca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936" y="868680"/>
            <a:ext cx="980182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geração e escolaridade.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geracao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091" y="868680"/>
            <a:ext cx="8419513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geração e ocupação.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escolaridade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161" y="868680"/>
            <a:ext cx="922137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Mesmo nível de instrução E mesma ocupação — o hiato ainda aparece na maioria das células.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Região, segregação e quebras estruturais</a:t>
            </a:r>
          </a:p>
        </p:txBody>
      </p:sp>
    </p:spTree>
  </p:cSld>
  <p:clrMapOvr>
    <a:masterClrMapping/>
  </p:clrMapOvr>
</p:sld>
</file>

<file path=ppt/slides/slide5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regi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hiato varia MUITO por região: 60–83% no Sudeste vs. 39–52% no Sul (2012–2026).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gregaca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Duncan: ~17% de um grupo precisaria trocar de categoria ocupacional pra igualar o outro.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quebra_estrutu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699" y="868680"/>
            <a:ext cx="10334296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Teste tipo Chow: mudança de patamar/inclinação significativa nos 3 eventos testados.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Novas variáveis da PNAD</a:t>
            </a:r>
          </a:p>
        </p:txBody>
      </p:sp>
    </p:spTree>
  </p:cSld>
  <p:clrMapOvr>
    <a:masterClrMapping/>
  </p:clrMapOvr>
</p:sld>
</file>

<file path=ppt/slides/slide5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Informalidade, jornada, alfabetização, desalento.</a:t>
            </a:r>
          </a:p>
        </p:txBody>
      </p:sp>
      <p:pic>
        <p:nvPicPr>
          <p:cNvPr id="3" name="Picture 2" descr="informalidade_carteira_assin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com carteira (só CLT, entre empregados): Branca 72%, Negra 63%, Indígena 48% (2026 T2).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Informalidade, jornada, alfabetização, desalento.</a:t>
            </a:r>
          </a:p>
        </p:txBody>
      </p:sp>
      <p:pic>
        <p:nvPicPr>
          <p:cNvPr id="3" name="Picture 2" descr="renda_por_h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hiato sobrevive quase intacto na renda POR HORA — não é jornada, é remuneração.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Informalidade, jornada, alfabetização, desalento.</a:t>
            </a:r>
          </a:p>
        </p:txBody>
      </p:sp>
      <p:pic>
        <p:nvPicPr>
          <p:cNvPr id="3" name="Picture 2" descr="alfabetizacao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60+ anos: Branca 93%, Negra 80%, Indígena 72% alfabetizados.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Informalidade, jornada, alfabetização, desalento.</a:t>
            </a:r>
          </a:p>
        </p:txBody>
      </p:sp>
      <p:pic>
        <p:nvPicPr>
          <p:cNvPr id="3" name="Picture 2" descr="desal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Fora da força de trabalho, Negra e Indígena desistem de procurar emprego a taxas 2-4x a de Branca.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Topo 10% — limiar DENTRO de cada raça (série histórica)</a:t>
            </a:r>
          </a:p>
        </p:txBody>
      </p:sp>
    </p:spTree>
  </p:cSld>
  <p:clrMapOvr>
    <a:masterClrMapping/>
  </p:clrMapOvr>
</p:sld>
</file>

<file path=ppt/slides/slide5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de mulheres no topo 10% de cada raça.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com Superior completo no topo 10% — negros 37%→61%, brancos 84% (2012→2026).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escolaridade_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358" y="868680"/>
            <a:ext cx="988497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Distribuição pelos 7 níveis — o topo negro tem mais Médio completo (22%) que o branco (9%).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do topo 10%.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— topo negro pende a Millennial/Z; branco a Boomer/X.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4 quartis — limiar DENTRO de cada raça (série histórica)</a:t>
            </a:r>
          </a:p>
        </p:txBody>
      </p:sp>
    </p:spTree>
  </p:cSld>
  <p:clrMapOvr>
    <a:masterClrMapping/>
  </p:clrMapOvr>
</p:sld>
</file>

<file path=ppt/slides/slide6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5112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de mulheres por quartil — maioria entre as mais pobres nas duas raças.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5112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com Superior completo cresce em todo quartil, mas o hiato se abre no Q4 (73% vs. 43%).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escolaridade_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4015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Distribuição pelos 7 níveis, um painel por quartil.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4015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etária, um painel por quartil.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4015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geração, um painel por quartil.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Desigualdade interna, setor público/privado, sobre-qualificação</a:t>
            </a:r>
          </a:p>
        </p:txBody>
      </p:sp>
    </p:spTree>
  </p:cSld>
  <p:clrMapOvr>
    <a:masterClrMapping/>
  </p:clrMapOvr>
</p:sld>
</file>

<file path=ppt/slides/slide6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ini_por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Gini DENTRO de cada raça — Branca tem mais desigualdade interna (distribuição mais comprimida na base).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heil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Só ~7% da desigualdade total do Brasil vem de diferença ENTRE raças — 93% é dentro de cada uma.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setor_publico_priv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menor no Público (mediana 48%) que no Privado (mediana 60%) em todos os trimestres.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gregacao_seto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Segregação por setor (10%) &lt; por ocupação (17%).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obrequalific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Negros com Superior completo em ocupação elementar: quase o dobro da taxa de brancos.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A função quantil da renda em R$, e sua inversa</a:t>
            </a:r>
          </a:p>
        </p:txBody>
      </p:sp>
    </p:spTree>
  </p:cSld>
  <p:clrMapOvr>
    <a:masterClrMapping/>
  </p:clrMapOvr>
</p:sld>
</file>

<file path=ppt/slides/slide6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uncao_quantil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228" y="868680"/>
            <a:ext cx="9247238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Em R$: P10 R$1.500 vs R$766; P50 R$3.000 vs R$2.000; P90 R$10.000 vs R$5.000.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por_percen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hiato bruto por percentil não é uniforme — maior na base (96% no P10) e no topo (100% no P90).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centil_de_valor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699" y="868680"/>
            <a:ext cx="10334296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R$3.000 = P58 entre brancos (meio), mas P77 entre negros (quase o topo).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