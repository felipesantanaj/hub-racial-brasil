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89" y="320040"/>
            <a:ext cx="913611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