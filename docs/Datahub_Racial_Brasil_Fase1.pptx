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.xml" ContentType="application/vnd.openxmlformats-officedocument.presentationml.slide+xml"/>
  <Override PartName="/ppt/slides/slide380.xml" ContentType="application/vnd.openxmlformats-officedocument.presentationml.slide+xml"/>
  <Override PartName="/ppt/slides/slide381.xml" ContentType="application/vnd.openxmlformats-officedocument.presentationml.slide+xml"/>
  <Override PartName="/ppt/slides/slide382.xml" ContentType="application/vnd.openxmlformats-officedocument.presentationml.slide+xml"/>
  <Override PartName="/ppt/slides/slide383.xml" ContentType="application/vnd.openxmlformats-officedocument.presentationml.slide+xml"/>
  <Override PartName="/ppt/slides/slide384.xml" ContentType="application/vnd.openxmlformats-officedocument.presentationml.slide+xml"/>
  <Override PartName="/ppt/slides/slide385.xml" ContentType="application/vnd.openxmlformats-officedocument.presentationml.slide+xml"/>
  <Override PartName="/ppt/slides/slide386.xml" ContentType="application/vnd.openxmlformats-officedocument.presentationml.slide+xml"/>
  <Override PartName="/ppt/slides/slide387.xml" ContentType="application/vnd.openxmlformats-officedocument.presentationml.slide+xml"/>
  <Override PartName="/ppt/slides/slide388.xml" ContentType="application/vnd.openxmlformats-officedocument.presentationml.slide+xml"/>
  <Override PartName="/ppt/slides/slide389.xml" ContentType="application/vnd.openxmlformats-officedocument.presentationml.slide+xml"/>
  <Override PartName="/ppt/slides/slide39.xml" ContentType="application/vnd.openxmlformats-officedocument.presentationml.slide+xml"/>
  <Override PartName="/ppt/slides/slide390.xml" ContentType="application/vnd.openxmlformats-officedocument.presentationml.slide+xml"/>
  <Override PartName="/ppt/slides/slide391.xml" ContentType="application/vnd.openxmlformats-officedocument.presentationml.slide+xml"/>
  <Override PartName="/ppt/slides/slide392.xml" ContentType="application/vnd.openxmlformats-officedocument.presentationml.slide+xml"/>
  <Override PartName="/ppt/slides/slide393.xml" ContentType="application/vnd.openxmlformats-officedocument.presentationml.slide+xml"/>
  <Override PartName="/ppt/slides/slide394.xml" ContentType="application/vnd.openxmlformats-officedocument.presentationml.slide+xml"/>
  <Override PartName="/ppt/slides/slide395.xml" ContentType="application/vnd.openxmlformats-officedocument.presentationml.slide+xml"/>
  <Override PartName="/ppt/slides/slide396.xml" ContentType="application/vnd.openxmlformats-officedocument.presentationml.slide+xml"/>
  <Override PartName="/ppt/slides/slide397.xml" ContentType="application/vnd.openxmlformats-officedocument.presentationml.slide+xml"/>
  <Override PartName="/ppt/slides/slide398.xml" ContentType="application/vnd.openxmlformats-officedocument.presentationml.slide+xml"/>
  <Override PartName="/ppt/slides/slide39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00.xml" ContentType="application/vnd.openxmlformats-officedocument.presentationml.slide+xml"/>
  <Override PartName="/ppt/slides/slide401.xml" ContentType="application/vnd.openxmlformats-officedocument.presentationml.slide+xml"/>
  <Override PartName="/ppt/slides/slide402.xml" ContentType="application/vnd.openxmlformats-officedocument.presentationml.slide+xml"/>
  <Override PartName="/ppt/slides/slide403.xml" ContentType="application/vnd.openxmlformats-officedocument.presentationml.slide+xml"/>
  <Override PartName="/ppt/slides/slide404.xml" ContentType="application/vnd.openxmlformats-officedocument.presentationml.slide+xml"/>
  <Override PartName="/ppt/slides/slide405.xml" ContentType="application/vnd.openxmlformats-officedocument.presentationml.slide+xml"/>
  <Override PartName="/ppt/slides/slide406.xml" ContentType="application/vnd.openxmlformats-officedocument.presentationml.slide+xml"/>
  <Override PartName="/ppt/slides/slide407.xml" ContentType="application/vnd.openxmlformats-officedocument.presentationml.slide+xml"/>
  <Override PartName="/ppt/slides/slide408.xml" ContentType="application/vnd.openxmlformats-officedocument.presentationml.slide+xml"/>
  <Override PartName="/ppt/slides/slide409.xml" ContentType="application/vnd.openxmlformats-officedocument.presentationml.slide+xml"/>
  <Override PartName="/ppt/slides/slide41.xml" ContentType="application/vnd.openxmlformats-officedocument.presentationml.slide+xml"/>
  <Override PartName="/ppt/slides/slide410.xml" ContentType="application/vnd.openxmlformats-officedocument.presentationml.slide+xml"/>
  <Override PartName="/ppt/slides/slide411.xml" ContentType="application/vnd.openxmlformats-officedocument.presentationml.slide+xml"/>
  <Override PartName="/ppt/slides/slide412.xml" ContentType="application/vnd.openxmlformats-officedocument.presentationml.slide+xml"/>
  <Override PartName="/ppt/slides/slide413.xml" ContentType="application/vnd.openxmlformats-officedocument.presentationml.slide+xml"/>
  <Override PartName="/ppt/slides/slide414.xml" ContentType="application/vnd.openxmlformats-officedocument.presentationml.slide+xml"/>
  <Override PartName="/ppt/slides/slide415.xml" ContentType="application/vnd.openxmlformats-officedocument.presentationml.slide+xml"/>
  <Override PartName="/ppt/slides/slide416.xml" ContentType="application/vnd.openxmlformats-officedocument.presentationml.slide+xml"/>
  <Override PartName="/ppt/slides/slide417.xml" ContentType="application/vnd.openxmlformats-officedocument.presentationml.slide+xml"/>
  <Override PartName="/ppt/slides/slide418.xml" ContentType="application/vnd.openxmlformats-officedocument.presentationml.slide+xml"/>
  <Override PartName="/ppt/slides/slide419.xml" ContentType="application/vnd.openxmlformats-officedocument.presentationml.slide+xml"/>
  <Override PartName="/ppt/slides/slide42.xml" ContentType="application/vnd.openxmlformats-officedocument.presentationml.slide+xml"/>
  <Override PartName="/ppt/slides/slide420.xml" ContentType="application/vnd.openxmlformats-officedocument.presentationml.slide+xml"/>
  <Override PartName="/ppt/slides/slide421.xml" ContentType="application/vnd.openxmlformats-officedocument.presentationml.slide+xml"/>
  <Override PartName="/ppt/slides/slide422.xml" ContentType="application/vnd.openxmlformats-officedocument.presentationml.slide+xml"/>
  <Override PartName="/ppt/slides/slide423.xml" ContentType="application/vnd.openxmlformats-officedocument.presentationml.slide+xml"/>
  <Override PartName="/ppt/slides/slide424.xml" ContentType="application/vnd.openxmlformats-officedocument.presentationml.slide+xml"/>
  <Override PartName="/ppt/slides/slide425.xml" ContentType="application/vnd.openxmlformats-officedocument.presentationml.slide+xml"/>
  <Override PartName="/ppt/slides/slide426.xml" ContentType="application/vnd.openxmlformats-officedocument.presentationml.slide+xml"/>
  <Override PartName="/ppt/slides/slide427.xml" ContentType="application/vnd.openxmlformats-officedocument.presentationml.slide+xml"/>
  <Override PartName="/ppt/slides/slide428.xml" ContentType="application/vnd.openxmlformats-officedocument.presentationml.slide+xml"/>
  <Override PartName="/ppt/slides/slide429.xml" ContentType="application/vnd.openxmlformats-officedocument.presentationml.slide+xml"/>
  <Override PartName="/ppt/slides/slide43.xml" ContentType="application/vnd.openxmlformats-officedocument.presentationml.slide+xml"/>
  <Override PartName="/ppt/slides/slide430.xml" ContentType="application/vnd.openxmlformats-officedocument.presentationml.slide+xml"/>
  <Override PartName="/ppt/slides/slide431.xml" ContentType="application/vnd.openxmlformats-officedocument.presentationml.slide+xml"/>
  <Override PartName="/ppt/slides/slide432.xml" ContentType="application/vnd.openxmlformats-officedocument.presentationml.slide+xml"/>
  <Override PartName="/ppt/slides/slide433.xml" ContentType="application/vnd.openxmlformats-officedocument.presentationml.slide+xml"/>
  <Override PartName="/ppt/slides/slide434.xml" ContentType="application/vnd.openxmlformats-officedocument.presentationml.slide+xml"/>
  <Override PartName="/ppt/slides/slide435.xml" ContentType="application/vnd.openxmlformats-officedocument.presentationml.slide+xml"/>
  <Override PartName="/ppt/slides/slide436.xml" ContentType="application/vnd.openxmlformats-officedocument.presentationml.slide+xml"/>
  <Override PartName="/ppt/slides/slide437.xml" ContentType="application/vnd.openxmlformats-officedocument.presentationml.slide+xml"/>
  <Override PartName="/ppt/slides/slide438.xml" ContentType="application/vnd.openxmlformats-officedocument.presentationml.slide+xml"/>
  <Override PartName="/ppt/slides/slide439.xml" ContentType="application/vnd.openxmlformats-officedocument.presentationml.slide+xml"/>
  <Override PartName="/ppt/slides/slide44.xml" ContentType="application/vnd.openxmlformats-officedocument.presentationml.slide+xml"/>
  <Override PartName="/ppt/slides/slide440.xml" ContentType="application/vnd.openxmlformats-officedocument.presentationml.slide+xml"/>
  <Override PartName="/ppt/slides/slide441.xml" ContentType="application/vnd.openxmlformats-officedocument.presentationml.slide+xml"/>
  <Override PartName="/ppt/slides/slide442.xml" ContentType="application/vnd.openxmlformats-officedocument.presentationml.slide+xml"/>
  <Override PartName="/ppt/slides/slide443.xml" ContentType="application/vnd.openxmlformats-officedocument.presentationml.slide+xml"/>
  <Override PartName="/ppt/slides/slide444.xml" ContentType="application/vnd.openxmlformats-officedocument.presentationml.slide+xml"/>
  <Override PartName="/ppt/slides/slide445.xml" ContentType="application/vnd.openxmlformats-officedocument.presentationml.slide+xml"/>
  <Override PartName="/ppt/slides/slide446.xml" ContentType="application/vnd.openxmlformats-officedocument.presentationml.slide+xml"/>
  <Override PartName="/ppt/slides/slide447.xml" ContentType="application/vnd.openxmlformats-officedocument.presentationml.slide+xml"/>
  <Override PartName="/ppt/slides/slide448.xml" ContentType="application/vnd.openxmlformats-officedocument.presentationml.slide+xml"/>
  <Override PartName="/ppt/slides/slide449.xml" ContentType="application/vnd.openxmlformats-officedocument.presentationml.slide+xml"/>
  <Override PartName="/ppt/slides/slide45.xml" ContentType="application/vnd.openxmlformats-officedocument.presentationml.slide+xml"/>
  <Override PartName="/ppt/slides/slide450.xml" ContentType="application/vnd.openxmlformats-officedocument.presentationml.slide+xml"/>
  <Override PartName="/ppt/slides/slide451.xml" ContentType="application/vnd.openxmlformats-officedocument.presentationml.slide+xml"/>
  <Override PartName="/ppt/slides/slide452.xml" ContentType="application/vnd.openxmlformats-officedocument.presentationml.slide+xml"/>
  <Override PartName="/ppt/slides/slide453.xml" ContentType="application/vnd.openxmlformats-officedocument.presentationml.slide+xml"/>
  <Override PartName="/ppt/slides/slide454.xml" ContentType="application/vnd.openxmlformats-officedocument.presentationml.slide+xml"/>
  <Override PartName="/ppt/slides/slide455.xml" ContentType="application/vnd.openxmlformats-officedocument.presentationml.slide+xml"/>
  <Override PartName="/ppt/slides/slide456.xml" ContentType="application/vnd.openxmlformats-officedocument.presentationml.slide+xml"/>
  <Override PartName="/ppt/slides/slide457.xml" ContentType="application/vnd.openxmlformats-officedocument.presentationml.slide+xml"/>
  <Override PartName="/ppt/slides/slide458.xml" ContentType="application/vnd.openxmlformats-officedocument.presentationml.slide+xml"/>
  <Override PartName="/ppt/slides/slide459.xml" ContentType="application/vnd.openxmlformats-officedocument.presentationml.slide+xml"/>
  <Override PartName="/ppt/slides/slide46.xml" ContentType="application/vnd.openxmlformats-officedocument.presentationml.slide+xml"/>
  <Override PartName="/ppt/slides/slide460.xml" ContentType="application/vnd.openxmlformats-officedocument.presentationml.slide+xml"/>
  <Override PartName="/ppt/slides/slide461.xml" ContentType="application/vnd.openxmlformats-officedocument.presentationml.slide+xml"/>
  <Override PartName="/ppt/slides/slide462.xml" ContentType="application/vnd.openxmlformats-officedocument.presentationml.slide+xml"/>
  <Override PartName="/ppt/slides/slide463.xml" ContentType="application/vnd.openxmlformats-officedocument.presentationml.slide+xml"/>
  <Override PartName="/ppt/slides/slide464.xml" ContentType="application/vnd.openxmlformats-officedocument.presentationml.slide+xml"/>
  <Override PartName="/ppt/slides/slide465.xml" ContentType="application/vnd.openxmlformats-officedocument.presentationml.slide+xml"/>
  <Override PartName="/ppt/slides/slide466.xml" ContentType="application/vnd.openxmlformats-officedocument.presentationml.slide+xml"/>
  <Override PartName="/ppt/slides/slide467.xml" ContentType="application/vnd.openxmlformats-officedocument.presentationml.slide+xml"/>
  <Override PartName="/ppt/slides/slide468.xml" ContentType="application/vnd.openxmlformats-officedocument.presentationml.slide+xml"/>
  <Override PartName="/ppt/slides/slide469.xml" ContentType="application/vnd.openxmlformats-officedocument.presentationml.slide+xml"/>
  <Override PartName="/ppt/slides/slide47.xml" ContentType="application/vnd.openxmlformats-officedocument.presentationml.slide+xml"/>
  <Override PartName="/ppt/slides/slide470.xml" ContentType="application/vnd.openxmlformats-officedocument.presentationml.slide+xml"/>
  <Override PartName="/ppt/slides/slide471.xml" ContentType="application/vnd.openxmlformats-officedocument.presentationml.slide+xml"/>
  <Override PartName="/ppt/slides/slide472.xml" ContentType="application/vnd.openxmlformats-officedocument.presentationml.slide+xml"/>
  <Override PartName="/ppt/slides/slide473.xml" ContentType="application/vnd.openxmlformats-officedocument.presentationml.slide+xml"/>
  <Override PartName="/ppt/slides/slide474.xml" ContentType="application/vnd.openxmlformats-officedocument.presentationml.slide+xml"/>
  <Override PartName="/ppt/slides/slide475.xml" ContentType="application/vnd.openxmlformats-officedocument.presentationml.slide+xml"/>
  <Override PartName="/ppt/slides/slide476.xml" ContentType="application/vnd.openxmlformats-officedocument.presentationml.slide+xml"/>
  <Override PartName="/ppt/slides/slide477.xml" ContentType="application/vnd.openxmlformats-officedocument.presentationml.slide+xml"/>
  <Override PartName="/ppt/slides/slide478.xml" ContentType="application/vnd.openxmlformats-officedocument.presentationml.slide+xml"/>
  <Override PartName="/ppt/slides/slide479.xml" ContentType="application/vnd.openxmlformats-officedocument.presentationml.slide+xml"/>
  <Override PartName="/ppt/slides/slide48.xml" ContentType="application/vnd.openxmlformats-officedocument.presentationml.slide+xml"/>
  <Override PartName="/ppt/slides/slide480.xml" ContentType="application/vnd.openxmlformats-officedocument.presentationml.slide+xml"/>
  <Override PartName="/ppt/slides/slide481.xml" ContentType="application/vnd.openxmlformats-officedocument.presentationml.slide+xml"/>
  <Override PartName="/ppt/slides/slide482.xml" ContentType="application/vnd.openxmlformats-officedocument.presentationml.slide+xml"/>
  <Override PartName="/ppt/slides/slide483.xml" ContentType="application/vnd.openxmlformats-officedocument.presentationml.slide+xml"/>
  <Override PartName="/ppt/slides/slide484.xml" ContentType="application/vnd.openxmlformats-officedocument.presentationml.slide+xml"/>
  <Override PartName="/ppt/slides/slide485.xml" ContentType="application/vnd.openxmlformats-officedocument.presentationml.slide+xml"/>
  <Override PartName="/ppt/slides/slide486.xml" ContentType="application/vnd.openxmlformats-officedocument.presentationml.slide+xml"/>
  <Override PartName="/ppt/slides/slide487.xml" ContentType="application/vnd.openxmlformats-officedocument.presentationml.slide+xml"/>
  <Override PartName="/ppt/slides/slide488.xml" ContentType="application/vnd.openxmlformats-officedocument.presentationml.slide+xml"/>
  <Override PartName="/ppt/slides/slide489.xml" ContentType="application/vnd.openxmlformats-officedocument.presentationml.slide+xml"/>
  <Override PartName="/ppt/slides/slide49.xml" ContentType="application/vnd.openxmlformats-officedocument.presentationml.slide+xml"/>
  <Override PartName="/ppt/slides/slide490.xml" ContentType="application/vnd.openxmlformats-officedocument.presentationml.slide+xml"/>
  <Override PartName="/ppt/slides/slide491.xml" ContentType="application/vnd.openxmlformats-officedocument.presentationml.slide+xml"/>
  <Override PartName="/ppt/slides/slide492.xml" ContentType="application/vnd.openxmlformats-officedocument.presentationml.slide+xml"/>
  <Override PartName="/ppt/slides/slide493.xml" ContentType="application/vnd.openxmlformats-officedocument.presentationml.slide+xml"/>
  <Override PartName="/ppt/slides/slide494.xml" ContentType="application/vnd.openxmlformats-officedocument.presentationml.slide+xml"/>
  <Override PartName="/ppt/slides/slide495.xml" ContentType="application/vnd.openxmlformats-officedocument.presentationml.slide+xml"/>
  <Override PartName="/ppt/slides/slide496.xml" ContentType="application/vnd.openxmlformats-officedocument.presentationml.slide+xml"/>
  <Override PartName="/ppt/slides/slide497.xml" ContentType="application/vnd.openxmlformats-officedocument.presentationml.slide+xml"/>
  <Override PartName="/ppt/slides/slide498.xml" ContentType="application/vnd.openxmlformats-officedocument.presentationml.slide+xml"/>
  <Override PartName="/ppt/slides/slide49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00.xml" ContentType="application/vnd.openxmlformats-officedocument.presentationml.slide+xml"/>
  <Override PartName="/ppt/slides/slide501.xml" ContentType="application/vnd.openxmlformats-officedocument.presentationml.slide+xml"/>
  <Override PartName="/ppt/slides/slide502.xml" ContentType="application/vnd.openxmlformats-officedocument.presentationml.slide+xml"/>
  <Override PartName="/ppt/slides/slide503.xml" ContentType="application/vnd.openxmlformats-officedocument.presentationml.slide+xml"/>
  <Override PartName="/ppt/slides/slide504.xml" ContentType="application/vnd.openxmlformats-officedocument.presentationml.slide+xml"/>
  <Override PartName="/ppt/slides/slide505.xml" ContentType="application/vnd.openxmlformats-officedocument.presentationml.slide+xml"/>
  <Override PartName="/ppt/slides/slide506.xml" ContentType="application/vnd.openxmlformats-officedocument.presentationml.slide+xml"/>
  <Override PartName="/ppt/slides/slide507.xml" ContentType="application/vnd.openxmlformats-officedocument.presentationml.slide+xml"/>
  <Override PartName="/ppt/slides/slide508.xml" ContentType="application/vnd.openxmlformats-officedocument.presentationml.slide+xml"/>
  <Override PartName="/ppt/slides/slide509.xml" ContentType="application/vnd.openxmlformats-officedocument.presentationml.slide+xml"/>
  <Override PartName="/ppt/slides/slide51.xml" ContentType="application/vnd.openxmlformats-officedocument.presentationml.slide+xml"/>
  <Override PartName="/ppt/slides/slide510.xml" ContentType="application/vnd.openxmlformats-officedocument.presentationml.slide+xml"/>
  <Override PartName="/ppt/slides/slide511.xml" ContentType="application/vnd.openxmlformats-officedocument.presentationml.slide+xml"/>
  <Override PartName="/ppt/slides/slide512.xml" ContentType="application/vnd.openxmlformats-officedocument.presentationml.slide+xml"/>
  <Override PartName="/ppt/slides/slide513.xml" ContentType="application/vnd.openxmlformats-officedocument.presentationml.slide+xml"/>
  <Override PartName="/ppt/slides/slide514.xml" ContentType="application/vnd.openxmlformats-officedocument.presentationml.slide+xml"/>
  <Override PartName="/ppt/slides/slide515.xml" ContentType="application/vnd.openxmlformats-officedocument.presentationml.slide+xml"/>
  <Override PartName="/ppt/slides/slide516.xml" ContentType="application/vnd.openxmlformats-officedocument.presentationml.slide+xml"/>
  <Override PartName="/ppt/slides/slide517.xml" ContentType="application/vnd.openxmlformats-officedocument.presentationml.slide+xml"/>
  <Override PartName="/ppt/slides/slide518.xml" ContentType="application/vnd.openxmlformats-officedocument.presentationml.slide+xml"/>
  <Override PartName="/ppt/slides/slide519.xml" ContentType="application/vnd.openxmlformats-officedocument.presentationml.slide+xml"/>
  <Override PartName="/ppt/slides/slide52.xml" ContentType="application/vnd.openxmlformats-officedocument.presentationml.slide+xml"/>
  <Override PartName="/ppt/slides/slide520.xml" ContentType="application/vnd.openxmlformats-officedocument.presentationml.slide+xml"/>
  <Override PartName="/ppt/slides/slide521.xml" ContentType="application/vnd.openxmlformats-officedocument.presentationml.slide+xml"/>
  <Override PartName="/ppt/slides/slide522.xml" ContentType="application/vnd.openxmlformats-officedocument.presentationml.slide+xml"/>
  <Override PartName="/ppt/slides/slide523.xml" ContentType="application/vnd.openxmlformats-officedocument.presentationml.slide+xml"/>
  <Override PartName="/ppt/slides/slide524.xml" ContentType="application/vnd.openxmlformats-officedocument.presentationml.slide+xml"/>
  <Override PartName="/ppt/slides/slide525.xml" ContentType="application/vnd.openxmlformats-officedocument.presentationml.slide+xml"/>
  <Override PartName="/ppt/slides/slide526.xml" ContentType="application/vnd.openxmlformats-officedocument.presentationml.slide+xml"/>
  <Override PartName="/ppt/slides/slide527.xml" ContentType="application/vnd.openxmlformats-officedocument.presentationml.slide+xml"/>
  <Override PartName="/ppt/slides/slide528.xml" ContentType="application/vnd.openxmlformats-officedocument.presentationml.slide+xml"/>
  <Override PartName="/ppt/slides/slide529.xml" ContentType="application/vnd.openxmlformats-officedocument.presentationml.slide+xml"/>
  <Override PartName="/ppt/slides/slide53.xml" ContentType="application/vnd.openxmlformats-officedocument.presentationml.slide+xml"/>
  <Override PartName="/ppt/slides/slide530.xml" ContentType="application/vnd.openxmlformats-officedocument.presentationml.slide+xml"/>
  <Override PartName="/ppt/slides/slide531.xml" ContentType="application/vnd.openxmlformats-officedocument.presentationml.slide+xml"/>
  <Override PartName="/ppt/slides/slide532.xml" ContentType="application/vnd.openxmlformats-officedocument.presentationml.slide+xml"/>
  <Override PartName="/ppt/slides/slide533.xml" ContentType="application/vnd.openxmlformats-officedocument.presentationml.slide+xml"/>
  <Override PartName="/ppt/slides/slide534.xml" ContentType="application/vnd.openxmlformats-officedocument.presentationml.slide+xml"/>
  <Override PartName="/ppt/slides/slide535.xml" ContentType="application/vnd.openxmlformats-officedocument.presentationml.slide+xml"/>
  <Override PartName="/ppt/slides/slide536.xml" ContentType="application/vnd.openxmlformats-officedocument.presentationml.slide+xml"/>
  <Override PartName="/ppt/slides/slide537.xml" ContentType="application/vnd.openxmlformats-officedocument.presentationml.slide+xml"/>
  <Override PartName="/ppt/slides/slide538.xml" ContentType="application/vnd.openxmlformats-officedocument.presentationml.slide+xml"/>
  <Override PartName="/ppt/slides/slide539.xml" ContentType="application/vnd.openxmlformats-officedocument.presentationml.slide+xml"/>
  <Override PartName="/ppt/slides/slide54.xml" ContentType="application/vnd.openxmlformats-officedocument.presentationml.slide+xml"/>
  <Override PartName="/ppt/slides/slide540.xml" ContentType="application/vnd.openxmlformats-officedocument.presentationml.slide+xml"/>
  <Override PartName="/ppt/slides/slide541.xml" ContentType="application/vnd.openxmlformats-officedocument.presentationml.slide+xml"/>
  <Override PartName="/ppt/slides/slide542.xml" ContentType="application/vnd.openxmlformats-officedocument.presentationml.slide+xml"/>
  <Override PartName="/ppt/slides/slide543.xml" ContentType="application/vnd.openxmlformats-officedocument.presentationml.slide+xml"/>
  <Override PartName="/ppt/slides/slide544.xml" ContentType="application/vnd.openxmlformats-officedocument.presentationml.slide+xml"/>
  <Override PartName="/ppt/slides/slide545.xml" ContentType="application/vnd.openxmlformats-officedocument.presentationml.slide+xml"/>
  <Override PartName="/ppt/slides/slide546.xml" ContentType="application/vnd.openxmlformats-officedocument.presentationml.slide+xml"/>
  <Override PartName="/ppt/slides/slide547.xml" ContentType="application/vnd.openxmlformats-officedocument.presentationml.slide+xml"/>
  <Override PartName="/ppt/slides/slide548.xml" ContentType="application/vnd.openxmlformats-officedocument.presentationml.slide+xml"/>
  <Override PartName="/ppt/slides/slide549.xml" ContentType="application/vnd.openxmlformats-officedocument.presentationml.slide+xml"/>
  <Override PartName="/ppt/slides/slide55.xml" ContentType="application/vnd.openxmlformats-officedocument.presentationml.slide+xml"/>
  <Override PartName="/ppt/slides/slide550.xml" ContentType="application/vnd.openxmlformats-officedocument.presentationml.slide+xml"/>
  <Override PartName="/ppt/slides/slide551.xml" ContentType="application/vnd.openxmlformats-officedocument.presentationml.slide+xml"/>
  <Override PartName="/ppt/slides/slide552.xml" ContentType="application/vnd.openxmlformats-officedocument.presentationml.slide+xml"/>
  <Override PartName="/ppt/slides/slide553.xml" ContentType="application/vnd.openxmlformats-officedocument.presentationml.slide+xml"/>
  <Override PartName="/ppt/slides/slide554.xml" ContentType="application/vnd.openxmlformats-officedocument.presentationml.slide+xml"/>
  <Override PartName="/ppt/slides/slide555.xml" ContentType="application/vnd.openxmlformats-officedocument.presentationml.slide+xml"/>
  <Override PartName="/ppt/slides/slide556.xml" ContentType="application/vnd.openxmlformats-officedocument.presentationml.slide+xml"/>
  <Override PartName="/ppt/slides/slide557.xml" ContentType="application/vnd.openxmlformats-officedocument.presentationml.slide+xml"/>
  <Override PartName="/ppt/slides/slide558.xml" ContentType="application/vnd.openxmlformats-officedocument.presentationml.slide+xml"/>
  <Override PartName="/ppt/slides/slide559.xml" ContentType="application/vnd.openxmlformats-officedocument.presentationml.slide+xml"/>
  <Override PartName="/ppt/slides/slide56.xml" ContentType="application/vnd.openxmlformats-officedocument.presentationml.slide+xml"/>
  <Override PartName="/ppt/slides/slide560.xml" ContentType="application/vnd.openxmlformats-officedocument.presentationml.slide+xml"/>
  <Override PartName="/ppt/slides/slide561.xml" ContentType="application/vnd.openxmlformats-officedocument.presentationml.slide+xml"/>
  <Override PartName="/ppt/slides/slide562.xml" ContentType="application/vnd.openxmlformats-officedocument.presentationml.slide+xml"/>
  <Override PartName="/ppt/slides/slide563.xml" ContentType="application/vnd.openxmlformats-officedocument.presentationml.slide+xml"/>
  <Override PartName="/ppt/slides/slide564.xml" ContentType="application/vnd.openxmlformats-officedocument.presentationml.slide+xml"/>
  <Override PartName="/ppt/slides/slide565.xml" ContentType="application/vnd.openxmlformats-officedocument.presentationml.slide+xml"/>
  <Override PartName="/ppt/slides/slide566.xml" ContentType="application/vnd.openxmlformats-officedocument.presentationml.slide+xml"/>
  <Override PartName="/ppt/slides/slide567.xml" ContentType="application/vnd.openxmlformats-officedocument.presentationml.slide+xml"/>
  <Override PartName="/ppt/slides/slide568.xml" ContentType="application/vnd.openxmlformats-officedocument.presentationml.slide+xml"/>
  <Override PartName="/ppt/slides/slide569.xml" ContentType="application/vnd.openxmlformats-officedocument.presentationml.slide+xml"/>
  <Override PartName="/ppt/slides/slide57.xml" ContentType="application/vnd.openxmlformats-officedocument.presentationml.slide+xml"/>
  <Override PartName="/ppt/slides/slide570.xml" ContentType="application/vnd.openxmlformats-officedocument.presentationml.slide+xml"/>
  <Override PartName="/ppt/slides/slide571.xml" ContentType="application/vnd.openxmlformats-officedocument.presentationml.slide+xml"/>
  <Override PartName="/ppt/slides/slide572.xml" ContentType="application/vnd.openxmlformats-officedocument.presentationml.slide+xml"/>
  <Override PartName="/ppt/slides/slide573.xml" ContentType="application/vnd.openxmlformats-officedocument.presentationml.slide+xml"/>
  <Override PartName="/ppt/slides/slide574.xml" ContentType="application/vnd.openxmlformats-officedocument.presentationml.slide+xml"/>
  <Override PartName="/ppt/slides/slide575.xml" ContentType="application/vnd.openxmlformats-officedocument.presentationml.slide+xml"/>
  <Override PartName="/ppt/slides/slide576.xml" ContentType="application/vnd.openxmlformats-officedocument.presentationml.slide+xml"/>
  <Override PartName="/ppt/slides/slide577.xml" ContentType="application/vnd.openxmlformats-officedocument.presentationml.slide+xml"/>
  <Override PartName="/ppt/slides/slide578.xml" ContentType="application/vnd.openxmlformats-officedocument.presentationml.slide+xml"/>
  <Override PartName="/ppt/slides/slide579.xml" ContentType="application/vnd.openxmlformats-officedocument.presentationml.slide+xml"/>
  <Override PartName="/ppt/slides/slide58.xml" ContentType="application/vnd.openxmlformats-officedocument.presentationml.slide+xml"/>
  <Override PartName="/ppt/slides/slide580.xml" ContentType="application/vnd.openxmlformats-officedocument.presentationml.slide+xml"/>
  <Override PartName="/ppt/slides/slide581.xml" ContentType="application/vnd.openxmlformats-officedocument.presentationml.slide+xml"/>
  <Override PartName="/ppt/slides/slide582.xml" ContentType="application/vnd.openxmlformats-officedocument.presentationml.slide+xml"/>
  <Override PartName="/ppt/slides/slide583.xml" ContentType="application/vnd.openxmlformats-officedocument.presentationml.slide+xml"/>
  <Override PartName="/ppt/slides/slide584.xml" ContentType="application/vnd.openxmlformats-officedocument.presentationml.slide+xml"/>
  <Override PartName="/ppt/slides/slide585.xml" ContentType="application/vnd.openxmlformats-officedocument.presentationml.slide+xml"/>
  <Override PartName="/ppt/slides/slide586.xml" ContentType="application/vnd.openxmlformats-officedocument.presentationml.slide+xml"/>
  <Override PartName="/ppt/slides/slide587.xml" ContentType="application/vnd.openxmlformats-officedocument.presentationml.slide+xml"/>
  <Override PartName="/ppt/slides/slide588.xml" ContentType="application/vnd.openxmlformats-officedocument.presentationml.slide+xml"/>
  <Override PartName="/ppt/slides/slide589.xml" ContentType="application/vnd.openxmlformats-officedocument.presentationml.slide+xml"/>
  <Override PartName="/ppt/slides/slide59.xml" ContentType="application/vnd.openxmlformats-officedocument.presentationml.slide+xml"/>
  <Override PartName="/ppt/slides/slide590.xml" ContentType="application/vnd.openxmlformats-officedocument.presentationml.slide+xml"/>
  <Override PartName="/ppt/slides/slide591.xml" ContentType="application/vnd.openxmlformats-officedocument.presentationml.slide+xml"/>
  <Override PartName="/ppt/slides/slide592.xml" ContentType="application/vnd.openxmlformats-officedocument.presentationml.slide+xml"/>
  <Override PartName="/ppt/slides/slide593.xml" ContentType="application/vnd.openxmlformats-officedocument.presentationml.slide+xml"/>
  <Override PartName="/ppt/slides/slide594.xml" ContentType="application/vnd.openxmlformats-officedocument.presentationml.slide+xml"/>
  <Override PartName="/ppt/slides/slide595.xml" ContentType="application/vnd.openxmlformats-officedocument.presentationml.slide+xml"/>
  <Override PartName="/ppt/slides/slide596.xml" ContentType="application/vnd.openxmlformats-officedocument.presentationml.slide+xml"/>
  <Override PartName="/ppt/slides/slide597.xml" ContentType="application/vnd.openxmlformats-officedocument.presentationml.slide+xml"/>
  <Override PartName="/ppt/slides/slide598.xml" ContentType="application/vnd.openxmlformats-officedocument.presentationml.slide+xml"/>
  <Override PartName="/ppt/slides/slide59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00.xml" ContentType="application/vnd.openxmlformats-officedocument.presentationml.slide+xml"/>
  <Override PartName="/ppt/slides/slide601.xml" ContentType="application/vnd.openxmlformats-officedocument.presentationml.slide+xml"/>
  <Override PartName="/ppt/slides/slide602.xml" ContentType="application/vnd.openxmlformats-officedocument.presentationml.slide+xml"/>
  <Override PartName="/ppt/slides/slide603.xml" ContentType="application/vnd.openxmlformats-officedocument.presentationml.slide+xml"/>
  <Override PartName="/ppt/slides/slide604.xml" ContentType="application/vnd.openxmlformats-officedocument.presentationml.slide+xml"/>
  <Override PartName="/ppt/slides/slide605.xml" ContentType="application/vnd.openxmlformats-officedocument.presentationml.slide+xml"/>
  <Override PartName="/ppt/slides/slide606.xml" ContentType="application/vnd.openxmlformats-officedocument.presentationml.slide+xml"/>
  <Override PartName="/ppt/slides/slide607.xml" ContentType="application/vnd.openxmlformats-officedocument.presentationml.slide+xml"/>
  <Override PartName="/ppt/slides/slide608.xml" ContentType="application/vnd.openxmlformats-officedocument.presentationml.slide+xml"/>
  <Override PartName="/ppt/slides/slide609.xml" ContentType="application/vnd.openxmlformats-officedocument.presentationml.slide+xml"/>
  <Override PartName="/ppt/slides/slide61.xml" ContentType="application/vnd.openxmlformats-officedocument.presentationml.slide+xml"/>
  <Override PartName="/ppt/slides/slide610.xml" ContentType="application/vnd.openxmlformats-officedocument.presentationml.slide+xml"/>
  <Override PartName="/ppt/slides/slide611.xml" ContentType="application/vnd.openxmlformats-officedocument.presentationml.slide+xml"/>
  <Override PartName="/ppt/slides/slide612.xml" ContentType="application/vnd.openxmlformats-officedocument.presentationml.slide+xml"/>
  <Override PartName="/ppt/slides/slide613.xml" ContentType="application/vnd.openxmlformats-officedocument.presentationml.slide+xml"/>
  <Override PartName="/ppt/slides/slide614.xml" ContentType="application/vnd.openxmlformats-officedocument.presentationml.slide+xml"/>
  <Override PartName="/ppt/slides/slide615.xml" ContentType="application/vnd.openxmlformats-officedocument.presentationml.slide+xml"/>
  <Override PartName="/ppt/slides/slide616.xml" ContentType="application/vnd.openxmlformats-officedocument.presentationml.slide+xml"/>
  <Override PartName="/ppt/slides/slide617.xml" ContentType="application/vnd.openxmlformats-officedocument.presentationml.slide+xml"/>
  <Override PartName="/ppt/slides/slide618.xml" ContentType="application/vnd.openxmlformats-officedocument.presentationml.slide+xml"/>
  <Override PartName="/ppt/slides/slide619.xml" ContentType="application/vnd.openxmlformats-officedocument.presentationml.slide+xml"/>
  <Override PartName="/ppt/slides/slide62.xml" ContentType="application/vnd.openxmlformats-officedocument.presentationml.slide+xml"/>
  <Override PartName="/ppt/slides/slide620.xml" ContentType="application/vnd.openxmlformats-officedocument.presentationml.slide+xml"/>
  <Override PartName="/ppt/slides/slide621.xml" ContentType="application/vnd.openxmlformats-officedocument.presentationml.slide+xml"/>
  <Override PartName="/ppt/slides/slide622.xml" ContentType="application/vnd.openxmlformats-officedocument.presentationml.slide+xml"/>
  <Override PartName="/ppt/slides/slide623.xml" ContentType="application/vnd.openxmlformats-officedocument.presentationml.slide+xml"/>
  <Override PartName="/ppt/slides/slide624.xml" ContentType="application/vnd.openxmlformats-officedocument.presentationml.slide+xml"/>
  <Override PartName="/ppt/slides/slide625.xml" ContentType="application/vnd.openxmlformats-officedocument.presentationml.slide+xml"/>
  <Override PartName="/ppt/slides/slide626.xml" ContentType="application/vnd.openxmlformats-officedocument.presentationml.slide+xml"/>
  <Override PartName="/ppt/slides/slide627.xml" ContentType="application/vnd.openxmlformats-officedocument.presentationml.slide+xml"/>
  <Override PartName="/ppt/slides/slide628.xml" ContentType="application/vnd.openxmlformats-officedocument.presentationml.slide+xml"/>
  <Override PartName="/ppt/slides/slide629.xml" ContentType="application/vnd.openxmlformats-officedocument.presentationml.slide+xml"/>
  <Override PartName="/ppt/slides/slide63.xml" ContentType="application/vnd.openxmlformats-officedocument.presentationml.slide+xml"/>
  <Override PartName="/ppt/slides/slide630.xml" ContentType="application/vnd.openxmlformats-officedocument.presentationml.slide+xml"/>
  <Override PartName="/ppt/slides/slide631.xml" ContentType="application/vnd.openxmlformats-officedocument.presentationml.slide+xml"/>
  <Override PartName="/ppt/slides/slide632.xml" ContentType="application/vnd.openxmlformats-officedocument.presentationml.slide+xml"/>
  <Override PartName="/ppt/slides/slide633.xml" ContentType="application/vnd.openxmlformats-officedocument.presentationml.slide+xml"/>
  <Override PartName="/ppt/slides/slide634.xml" ContentType="application/vnd.openxmlformats-officedocument.presentationml.slide+xml"/>
  <Override PartName="/ppt/slides/slide635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  <p:sldId id="499" r:id="rId250"/>
    <p:sldId id="500" r:id="rId251"/>
    <p:sldId id="501" r:id="rId252"/>
    <p:sldId id="502" r:id="rId253"/>
    <p:sldId id="503" r:id="rId254"/>
    <p:sldId id="504" r:id="rId255"/>
    <p:sldId id="505" r:id="rId256"/>
    <p:sldId id="506" r:id="rId257"/>
    <p:sldId id="507" r:id="rId258"/>
    <p:sldId id="508" r:id="rId259"/>
    <p:sldId id="509" r:id="rId260"/>
    <p:sldId id="510" r:id="rId261"/>
    <p:sldId id="511" r:id="rId262"/>
    <p:sldId id="512" r:id="rId263"/>
    <p:sldId id="513" r:id="rId264"/>
    <p:sldId id="514" r:id="rId265"/>
    <p:sldId id="515" r:id="rId266"/>
    <p:sldId id="516" r:id="rId267"/>
    <p:sldId id="517" r:id="rId268"/>
    <p:sldId id="518" r:id="rId269"/>
    <p:sldId id="519" r:id="rId270"/>
    <p:sldId id="520" r:id="rId271"/>
    <p:sldId id="521" r:id="rId272"/>
    <p:sldId id="522" r:id="rId273"/>
    <p:sldId id="523" r:id="rId274"/>
    <p:sldId id="524" r:id="rId275"/>
    <p:sldId id="525" r:id="rId276"/>
    <p:sldId id="526" r:id="rId277"/>
    <p:sldId id="527" r:id="rId278"/>
    <p:sldId id="528" r:id="rId279"/>
    <p:sldId id="529" r:id="rId280"/>
    <p:sldId id="530" r:id="rId281"/>
    <p:sldId id="531" r:id="rId282"/>
    <p:sldId id="532" r:id="rId283"/>
    <p:sldId id="533" r:id="rId284"/>
    <p:sldId id="534" r:id="rId285"/>
    <p:sldId id="535" r:id="rId286"/>
    <p:sldId id="536" r:id="rId287"/>
    <p:sldId id="537" r:id="rId288"/>
    <p:sldId id="538" r:id="rId289"/>
    <p:sldId id="539" r:id="rId290"/>
    <p:sldId id="540" r:id="rId291"/>
    <p:sldId id="541" r:id="rId292"/>
    <p:sldId id="542" r:id="rId293"/>
    <p:sldId id="543" r:id="rId294"/>
    <p:sldId id="544" r:id="rId295"/>
    <p:sldId id="545" r:id="rId296"/>
    <p:sldId id="546" r:id="rId297"/>
    <p:sldId id="547" r:id="rId298"/>
    <p:sldId id="548" r:id="rId299"/>
    <p:sldId id="549" r:id="rId300"/>
    <p:sldId id="550" r:id="rId301"/>
    <p:sldId id="551" r:id="rId302"/>
    <p:sldId id="552" r:id="rId303"/>
    <p:sldId id="553" r:id="rId304"/>
    <p:sldId id="554" r:id="rId305"/>
    <p:sldId id="555" r:id="rId306"/>
    <p:sldId id="556" r:id="rId307"/>
    <p:sldId id="557" r:id="rId308"/>
    <p:sldId id="558" r:id="rId309"/>
    <p:sldId id="559" r:id="rId310"/>
    <p:sldId id="560" r:id="rId311"/>
    <p:sldId id="561" r:id="rId312"/>
    <p:sldId id="562" r:id="rId313"/>
    <p:sldId id="563" r:id="rId314"/>
    <p:sldId id="564" r:id="rId315"/>
    <p:sldId id="565" r:id="rId316"/>
    <p:sldId id="566" r:id="rId317"/>
    <p:sldId id="567" r:id="rId318"/>
    <p:sldId id="568" r:id="rId319"/>
    <p:sldId id="569" r:id="rId320"/>
    <p:sldId id="570" r:id="rId321"/>
    <p:sldId id="571" r:id="rId322"/>
    <p:sldId id="572" r:id="rId323"/>
    <p:sldId id="573" r:id="rId324"/>
    <p:sldId id="574" r:id="rId325"/>
    <p:sldId id="575" r:id="rId326"/>
    <p:sldId id="576" r:id="rId327"/>
    <p:sldId id="577" r:id="rId328"/>
    <p:sldId id="578" r:id="rId329"/>
    <p:sldId id="579" r:id="rId330"/>
    <p:sldId id="580" r:id="rId331"/>
    <p:sldId id="581" r:id="rId332"/>
    <p:sldId id="582" r:id="rId333"/>
    <p:sldId id="583" r:id="rId334"/>
    <p:sldId id="584" r:id="rId335"/>
    <p:sldId id="585" r:id="rId336"/>
    <p:sldId id="586" r:id="rId337"/>
    <p:sldId id="587" r:id="rId338"/>
    <p:sldId id="588" r:id="rId339"/>
    <p:sldId id="589" r:id="rId340"/>
    <p:sldId id="590" r:id="rId341"/>
    <p:sldId id="591" r:id="rId342"/>
    <p:sldId id="592" r:id="rId343"/>
    <p:sldId id="593" r:id="rId344"/>
    <p:sldId id="594" r:id="rId345"/>
    <p:sldId id="595" r:id="rId346"/>
    <p:sldId id="596" r:id="rId347"/>
    <p:sldId id="597" r:id="rId348"/>
    <p:sldId id="598" r:id="rId349"/>
    <p:sldId id="599" r:id="rId350"/>
    <p:sldId id="600" r:id="rId351"/>
    <p:sldId id="601" r:id="rId352"/>
    <p:sldId id="602" r:id="rId353"/>
    <p:sldId id="603" r:id="rId354"/>
    <p:sldId id="604" r:id="rId355"/>
    <p:sldId id="605" r:id="rId356"/>
    <p:sldId id="606" r:id="rId357"/>
    <p:sldId id="607" r:id="rId358"/>
    <p:sldId id="608" r:id="rId359"/>
    <p:sldId id="609" r:id="rId360"/>
    <p:sldId id="610" r:id="rId361"/>
    <p:sldId id="611" r:id="rId362"/>
    <p:sldId id="612" r:id="rId363"/>
    <p:sldId id="613" r:id="rId364"/>
    <p:sldId id="614" r:id="rId365"/>
    <p:sldId id="615" r:id="rId366"/>
    <p:sldId id="616" r:id="rId367"/>
    <p:sldId id="617" r:id="rId368"/>
    <p:sldId id="618" r:id="rId369"/>
    <p:sldId id="619" r:id="rId370"/>
    <p:sldId id="620" r:id="rId371"/>
    <p:sldId id="621" r:id="rId372"/>
    <p:sldId id="622" r:id="rId373"/>
    <p:sldId id="623" r:id="rId374"/>
    <p:sldId id="624" r:id="rId375"/>
    <p:sldId id="625" r:id="rId376"/>
    <p:sldId id="626" r:id="rId377"/>
    <p:sldId id="627" r:id="rId378"/>
    <p:sldId id="628" r:id="rId379"/>
    <p:sldId id="629" r:id="rId380"/>
    <p:sldId id="630" r:id="rId381"/>
    <p:sldId id="631" r:id="rId382"/>
    <p:sldId id="632" r:id="rId383"/>
    <p:sldId id="633" r:id="rId384"/>
    <p:sldId id="634" r:id="rId385"/>
    <p:sldId id="635" r:id="rId386"/>
    <p:sldId id="636" r:id="rId387"/>
    <p:sldId id="637" r:id="rId388"/>
    <p:sldId id="638" r:id="rId389"/>
    <p:sldId id="639" r:id="rId390"/>
    <p:sldId id="640" r:id="rId391"/>
    <p:sldId id="641" r:id="rId392"/>
    <p:sldId id="642" r:id="rId393"/>
    <p:sldId id="643" r:id="rId394"/>
    <p:sldId id="644" r:id="rId395"/>
    <p:sldId id="645" r:id="rId396"/>
    <p:sldId id="646" r:id="rId397"/>
    <p:sldId id="647" r:id="rId398"/>
    <p:sldId id="648" r:id="rId399"/>
    <p:sldId id="649" r:id="rId400"/>
    <p:sldId id="650" r:id="rId401"/>
    <p:sldId id="651" r:id="rId402"/>
    <p:sldId id="652" r:id="rId403"/>
    <p:sldId id="653" r:id="rId404"/>
    <p:sldId id="654" r:id="rId405"/>
    <p:sldId id="655" r:id="rId406"/>
    <p:sldId id="656" r:id="rId407"/>
    <p:sldId id="657" r:id="rId408"/>
    <p:sldId id="658" r:id="rId409"/>
    <p:sldId id="659" r:id="rId410"/>
    <p:sldId id="660" r:id="rId411"/>
    <p:sldId id="661" r:id="rId412"/>
    <p:sldId id="662" r:id="rId413"/>
    <p:sldId id="663" r:id="rId414"/>
    <p:sldId id="664" r:id="rId415"/>
    <p:sldId id="665" r:id="rId416"/>
    <p:sldId id="666" r:id="rId417"/>
    <p:sldId id="667" r:id="rId418"/>
    <p:sldId id="668" r:id="rId419"/>
    <p:sldId id="669" r:id="rId420"/>
    <p:sldId id="670" r:id="rId421"/>
    <p:sldId id="671" r:id="rId422"/>
    <p:sldId id="672" r:id="rId423"/>
    <p:sldId id="673" r:id="rId424"/>
    <p:sldId id="674" r:id="rId425"/>
    <p:sldId id="675" r:id="rId426"/>
    <p:sldId id="676" r:id="rId427"/>
    <p:sldId id="677" r:id="rId428"/>
    <p:sldId id="678" r:id="rId429"/>
    <p:sldId id="679" r:id="rId430"/>
    <p:sldId id="680" r:id="rId431"/>
    <p:sldId id="681" r:id="rId432"/>
    <p:sldId id="682" r:id="rId433"/>
    <p:sldId id="683" r:id="rId434"/>
    <p:sldId id="684" r:id="rId435"/>
    <p:sldId id="685" r:id="rId436"/>
    <p:sldId id="686" r:id="rId437"/>
    <p:sldId id="687" r:id="rId438"/>
    <p:sldId id="688" r:id="rId439"/>
    <p:sldId id="689" r:id="rId440"/>
    <p:sldId id="690" r:id="rId441"/>
    <p:sldId id="691" r:id="rId442"/>
    <p:sldId id="692" r:id="rId443"/>
    <p:sldId id="693" r:id="rId444"/>
    <p:sldId id="694" r:id="rId445"/>
    <p:sldId id="695" r:id="rId446"/>
    <p:sldId id="696" r:id="rId447"/>
    <p:sldId id="697" r:id="rId448"/>
    <p:sldId id="698" r:id="rId449"/>
    <p:sldId id="699" r:id="rId450"/>
    <p:sldId id="700" r:id="rId451"/>
    <p:sldId id="701" r:id="rId452"/>
    <p:sldId id="702" r:id="rId453"/>
    <p:sldId id="703" r:id="rId454"/>
    <p:sldId id="704" r:id="rId455"/>
    <p:sldId id="705" r:id="rId456"/>
    <p:sldId id="706" r:id="rId457"/>
    <p:sldId id="707" r:id="rId458"/>
    <p:sldId id="708" r:id="rId459"/>
    <p:sldId id="709" r:id="rId460"/>
    <p:sldId id="710" r:id="rId461"/>
    <p:sldId id="711" r:id="rId462"/>
    <p:sldId id="712" r:id="rId463"/>
    <p:sldId id="713" r:id="rId464"/>
    <p:sldId id="714" r:id="rId465"/>
    <p:sldId id="715" r:id="rId466"/>
    <p:sldId id="716" r:id="rId467"/>
    <p:sldId id="717" r:id="rId468"/>
    <p:sldId id="718" r:id="rId469"/>
    <p:sldId id="719" r:id="rId470"/>
    <p:sldId id="720" r:id="rId471"/>
    <p:sldId id="721" r:id="rId472"/>
    <p:sldId id="722" r:id="rId473"/>
    <p:sldId id="723" r:id="rId474"/>
    <p:sldId id="724" r:id="rId475"/>
    <p:sldId id="725" r:id="rId476"/>
    <p:sldId id="726" r:id="rId477"/>
    <p:sldId id="727" r:id="rId478"/>
    <p:sldId id="728" r:id="rId479"/>
    <p:sldId id="729" r:id="rId480"/>
    <p:sldId id="730" r:id="rId481"/>
    <p:sldId id="731" r:id="rId482"/>
    <p:sldId id="732" r:id="rId483"/>
    <p:sldId id="733" r:id="rId484"/>
    <p:sldId id="734" r:id="rId485"/>
    <p:sldId id="735" r:id="rId486"/>
    <p:sldId id="736" r:id="rId487"/>
    <p:sldId id="737" r:id="rId488"/>
    <p:sldId id="738" r:id="rId489"/>
    <p:sldId id="739" r:id="rId490"/>
    <p:sldId id="740" r:id="rId491"/>
    <p:sldId id="741" r:id="rId492"/>
    <p:sldId id="742" r:id="rId493"/>
    <p:sldId id="743" r:id="rId494"/>
    <p:sldId id="744" r:id="rId495"/>
    <p:sldId id="745" r:id="rId496"/>
    <p:sldId id="746" r:id="rId497"/>
    <p:sldId id="747" r:id="rId498"/>
    <p:sldId id="748" r:id="rId499"/>
    <p:sldId id="749" r:id="rId500"/>
    <p:sldId id="750" r:id="rId501"/>
    <p:sldId id="751" r:id="rId502"/>
    <p:sldId id="752" r:id="rId503"/>
    <p:sldId id="753" r:id="rId504"/>
    <p:sldId id="754" r:id="rId505"/>
    <p:sldId id="755" r:id="rId506"/>
    <p:sldId id="756" r:id="rId507"/>
    <p:sldId id="757" r:id="rId508"/>
    <p:sldId id="758" r:id="rId509"/>
    <p:sldId id="759" r:id="rId510"/>
    <p:sldId id="760" r:id="rId511"/>
    <p:sldId id="761" r:id="rId512"/>
    <p:sldId id="762" r:id="rId513"/>
    <p:sldId id="763" r:id="rId514"/>
    <p:sldId id="764" r:id="rId515"/>
    <p:sldId id="765" r:id="rId516"/>
    <p:sldId id="766" r:id="rId517"/>
    <p:sldId id="767" r:id="rId518"/>
    <p:sldId id="768" r:id="rId519"/>
    <p:sldId id="769" r:id="rId520"/>
    <p:sldId id="770" r:id="rId521"/>
    <p:sldId id="771" r:id="rId522"/>
    <p:sldId id="772" r:id="rId523"/>
    <p:sldId id="773" r:id="rId524"/>
    <p:sldId id="774" r:id="rId525"/>
    <p:sldId id="775" r:id="rId526"/>
    <p:sldId id="776" r:id="rId527"/>
    <p:sldId id="777" r:id="rId528"/>
    <p:sldId id="778" r:id="rId529"/>
    <p:sldId id="779" r:id="rId530"/>
    <p:sldId id="780" r:id="rId531"/>
    <p:sldId id="781" r:id="rId532"/>
    <p:sldId id="782" r:id="rId533"/>
    <p:sldId id="783" r:id="rId534"/>
    <p:sldId id="784" r:id="rId535"/>
    <p:sldId id="785" r:id="rId536"/>
    <p:sldId id="786" r:id="rId537"/>
    <p:sldId id="787" r:id="rId538"/>
    <p:sldId id="788" r:id="rId539"/>
    <p:sldId id="789" r:id="rId540"/>
    <p:sldId id="790" r:id="rId541"/>
    <p:sldId id="791" r:id="rId542"/>
    <p:sldId id="792" r:id="rId543"/>
    <p:sldId id="793" r:id="rId544"/>
    <p:sldId id="794" r:id="rId545"/>
    <p:sldId id="795" r:id="rId546"/>
    <p:sldId id="796" r:id="rId547"/>
    <p:sldId id="797" r:id="rId548"/>
    <p:sldId id="798" r:id="rId549"/>
    <p:sldId id="799" r:id="rId550"/>
    <p:sldId id="800" r:id="rId551"/>
    <p:sldId id="801" r:id="rId552"/>
    <p:sldId id="802" r:id="rId553"/>
    <p:sldId id="803" r:id="rId554"/>
    <p:sldId id="804" r:id="rId555"/>
    <p:sldId id="805" r:id="rId556"/>
    <p:sldId id="806" r:id="rId557"/>
    <p:sldId id="807" r:id="rId558"/>
    <p:sldId id="808" r:id="rId559"/>
    <p:sldId id="809" r:id="rId560"/>
    <p:sldId id="810" r:id="rId561"/>
    <p:sldId id="811" r:id="rId562"/>
    <p:sldId id="812" r:id="rId563"/>
    <p:sldId id="813" r:id="rId564"/>
    <p:sldId id="814" r:id="rId565"/>
    <p:sldId id="815" r:id="rId566"/>
    <p:sldId id="816" r:id="rId567"/>
    <p:sldId id="817" r:id="rId568"/>
    <p:sldId id="818" r:id="rId569"/>
    <p:sldId id="819" r:id="rId570"/>
    <p:sldId id="820" r:id="rId571"/>
    <p:sldId id="821" r:id="rId572"/>
    <p:sldId id="822" r:id="rId573"/>
    <p:sldId id="823" r:id="rId574"/>
    <p:sldId id="824" r:id="rId575"/>
    <p:sldId id="825" r:id="rId576"/>
    <p:sldId id="826" r:id="rId577"/>
    <p:sldId id="827" r:id="rId578"/>
    <p:sldId id="828" r:id="rId579"/>
    <p:sldId id="829" r:id="rId580"/>
    <p:sldId id="830" r:id="rId581"/>
    <p:sldId id="831" r:id="rId582"/>
    <p:sldId id="832" r:id="rId583"/>
    <p:sldId id="833" r:id="rId584"/>
    <p:sldId id="834" r:id="rId585"/>
    <p:sldId id="835" r:id="rId586"/>
    <p:sldId id="836" r:id="rId587"/>
    <p:sldId id="837" r:id="rId588"/>
    <p:sldId id="838" r:id="rId589"/>
    <p:sldId id="839" r:id="rId590"/>
    <p:sldId id="840" r:id="rId591"/>
    <p:sldId id="841" r:id="rId592"/>
    <p:sldId id="842" r:id="rId593"/>
    <p:sldId id="843" r:id="rId594"/>
    <p:sldId id="844" r:id="rId595"/>
    <p:sldId id="845" r:id="rId596"/>
    <p:sldId id="846" r:id="rId597"/>
    <p:sldId id="847" r:id="rId598"/>
    <p:sldId id="848" r:id="rId599"/>
    <p:sldId id="849" r:id="rId600"/>
    <p:sldId id="850" r:id="rId601"/>
    <p:sldId id="851" r:id="rId602"/>
    <p:sldId id="852" r:id="rId603"/>
    <p:sldId id="853" r:id="rId604"/>
    <p:sldId id="854" r:id="rId605"/>
    <p:sldId id="855" r:id="rId606"/>
    <p:sldId id="856" r:id="rId607"/>
    <p:sldId id="857" r:id="rId608"/>
    <p:sldId id="858" r:id="rId609"/>
    <p:sldId id="859" r:id="rId610"/>
    <p:sldId id="860" r:id="rId611"/>
    <p:sldId id="861" r:id="rId612"/>
    <p:sldId id="862" r:id="rId613"/>
    <p:sldId id="863" r:id="rId614"/>
    <p:sldId id="864" r:id="rId615"/>
    <p:sldId id="865" r:id="rId616"/>
    <p:sldId id="866" r:id="rId617"/>
    <p:sldId id="867" r:id="rId618"/>
    <p:sldId id="868" r:id="rId619"/>
    <p:sldId id="869" r:id="rId620"/>
    <p:sldId id="870" r:id="rId621"/>
    <p:sldId id="871" r:id="rId622"/>
    <p:sldId id="872" r:id="rId623"/>
    <p:sldId id="873" r:id="rId624"/>
    <p:sldId id="874" r:id="rId625"/>
    <p:sldId id="875" r:id="rId626"/>
    <p:sldId id="876" r:id="rId627"/>
    <p:sldId id="877" r:id="rId628"/>
    <p:sldId id="878" r:id="rId629"/>
    <p:sldId id="879" r:id="rId630"/>
    <p:sldId id="880" r:id="rId631"/>
    <p:sldId id="881" r:id="rId632"/>
    <p:sldId id="882" r:id="rId633"/>
    <p:sldId id="883" r:id="rId634"/>
    <p:sldId id="884" r:id="rId635"/>
    <p:sldId id="885" r:id="rId636"/>
    <p:sldId id="886" r:id="rId637"/>
    <p:sldId id="887" r:id="rId638"/>
    <p:sldId id="888" r:id="rId639"/>
    <p:sldId id="889" r:id="rId640"/>
    <p:sldId id="890" r:id="rId6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Relationship Id="rId250" Type="http://schemas.openxmlformats.org/officeDocument/2006/relationships/slide" Target="slides/slide244.xml"/><Relationship Id="rId251" Type="http://schemas.openxmlformats.org/officeDocument/2006/relationships/slide" Target="slides/slide245.xml"/><Relationship Id="rId252" Type="http://schemas.openxmlformats.org/officeDocument/2006/relationships/slide" Target="slides/slide246.xml"/><Relationship Id="rId253" Type="http://schemas.openxmlformats.org/officeDocument/2006/relationships/slide" Target="slides/slide247.xml"/><Relationship Id="rId254" Type="http://schemas.openxmlformats.org/officeDocument/2006/relationships/slide" Target="slides/slide248.xml"/><Relationship Id="rId255" Type="http://schemas.openxmlformats.org/officeDocument/2006/relationships/slide" Target="slides/slide249.xml"/><Relationship Id="rId256" Type="http://schemas.openxmlformats.org/officeDocument/2006/relationships/slide" Target="slides/slide250.xml"/><Relationship Id="rId257" Type="http://schemas.openxmlformats.org/officeDocument/2006/relationships/slide" Target="slides/slide251.xml"/><Relationship Id="rId258" Type="http://schemas.openxmlformats.org/officeDocument/2006/relationships/slide" Target="slides/slide252.xml"/><Relationship Id="rId259" Type="http://schemas.openxmlformats.org/officeDocument/2006/relationships/slide" Target="slides/slide253.xml"/><Relationship Id="rId260" Type="http://schemas.openxmlformats.org/officeDocument/2006/relationships/slide" Target="slides/slide254.xml"/><Relationship Id="rId261" Type="http://schemas.openxmlformats.org/officeDocument/2006/relationships/slide" Target="slides/slide255.xml"/><Relationship Id="rId262" Type="http://schemas.openxmlformats.org/officeDocument/2006/relationships/slide" Target="slides/slide256.xml"/><Relationship Id="rId263" Type="http://schemas.openxmlformats.org/officeDocument/2006/relationships/slide" Target="slides/slide257.xml"/><Relationship Id="rId264" Type="http://schemas.openxmlformats.org/officeDocument/2006/relationships/slide" Target="slides/slide258.xml"/><Relationship Id="rId265" Type="http://schemas.openxmlformats.org/officeDocument/2006/relationships/slide" Target="slides/slide259.xml"/><Relationship Id="rId266" Type="http://schemas.openxmlformats.org/officeDocument/2006/relationships/slide" Target="slides/slide260.xml"/><Relationship Id="rId267" Type="http://schemas.openxmlformats.org/officeDocument/2006/relationships/slide" Target="slides/slide261.xml"/><Relationship Id="rId268" Type="http://schemas.openxmlformats.org/officeDocument/2006/relationships/slide" Target="slides/slide262.xml"/><Relationship Id="rId269" Type="http://schemas.openxmlformats.org/officeDocument/2006/relationships/slide" Target="slides/slide263.xml"/><Relationship Id="rId270" Type="http://schemas.openxmlformats.org/officeDocument/2006/relationships/slide" Target="slides/slide264.xml"/><Relationship Id="rId271" Type="http://schemas.openxmlformats.org/officeDocument/2006/relationships/slide" Target="slides/slide265.xml"/><Relationship Id="rId272" Type="http://schemas.openxmlformats.org/officeDocument/2006/relationships/slide" Target="slides/slide266.xml"/><Relationship Id="rId273" Type="http://schemas.openxmlformats.org/officeDocument/2006/relationships/slide" Target="slides/slide267.xml"/><Relationship Id="rId274" Type="http://schemas.openxmlformats.org/officeDocument/2006/relationships/slide" Target="slides/slide268.xml"/><Relationship Id="rId275" Type="http://schemas.openxmlformats.org/officeDocument/2006/relationships/slide" Target="slides/slide269.xml"/><Relationship Id="rId276" Type="http://schemas.openxmlformats.org/officeDocument/2006/relationships/slide" Target="slides/slide270.xml"/><Relationship Id="rId277" Type="http://schemas.openxmlformats.org/officeDocument/2006/relationships/slide" Target="slides/slide271.xml"/><Relationship Id="rId278" Type="http://schemas.openxmlformats.org/officeDocument/2006/relationships/slide" Target="slides/slide272.xml"/><Relationship Id="rId279" Type="http://schemas.openxmlformats.org/officeDocument/2006/relationships/slide" Target="slides/slide273.xml"/><Relationship Id="rId280" Type="http://schemas.openxmlformats.org/officeDocument/2006/relationships/slide" Target="slides/slide274.xml"/><Relationship Id="rId281" Type="http://schemas.openxmlformats.org/officeDocument/2006/relationships/slide" Target="slides/slide275.xml"/><Relationship Id="rId282" Type="http://schemas.openxmlformats.org/officeDocument/2006/relationships/slide" Target="slides/slide276.xml"/><Relationship Id="rId283" Type="http://schemas.openxmlformats.org/officeDocument/2006/relationships/slide" Target="slides/slide277.xml"/><Relationship Id="rId284" Type="http://schemas.openxmlformats.org/officeDocument/2006/relationships/slide" Target="slides/slide278.xml"/><Relationship Id="rId285" Type="http://schemas.openxmlformats.org/officeDocument/2006/relationships/slide" Target="slides/slide279.xml"/><Relationship Id="rId286" Type="http://schemas.openxmlformats.org/officeDocument/2006/relationships/slide" Target="slides/slide280.xml"/><Relationship Id="rId287" Type="http://schemas.openxmlformats.org/officeDocument/2006/relationships/slide" Target="slides/slide281.xml"/><Relationship Id="rId288" Type="http://schemas.openxmlformats.org/officeDocument/2006/relationships/slide" Target="slides/slide282.xml"/><Relationship Id="rId289" Type="http://schemas.openxmlformats.org/officeDocument/2006/relationships/slide" Target="slides/slide283.xml"/><Relationship Id="rId290" Type="http://schemas.openxmlformats.org/officeDocument/2006/relationships/slide" Target="slides/slide284.xml"/><Relationship Id="rId291" Type="http://schemas.openxmlformats.org/officeDocument/2006/relationships/slide" Target="slides/slide285.xml"/><Relationship Id="rId292" Type="http://schemas.openxmlformats.org/officeDocument/2006/relationships/slide" Target="slides/slide286.xml"/><Relationship Id="rId293" Type="http://schemas.openxmlformats.org/officeDocument/2006/relationships/slide" Target="slides/slide287.xml"/><Relationship Id="rId294" Type="http://schemas.openxmlformats.org/officeDocument/2006/relationships/slide" Target="slides/slide288.xml"/><Relationship Id="rId295" Type="http://schemas.openxmlformats.org/officeDocument/2006/relationships/slide" Target="slides/slide289.xml"/><Relationship Id="rId296" Type="http://schemas.openxmlformats.org/officeDocument/2006/relationships/slide" Target="slides/slide290.xml"/><Relationship Id="rId297" Type="http://schemas.openxmlformats.org/officeDocument/2006/relationships/slide" Target="slides/slide291.xml"/><Relationship Id="rId298" Type="http://schemas.openxmlformats.org/officeDocument/2006/relationships/slide" Target="slides/slide292.xml"/><Relationship Id="rId299" Type="http://schemas.openxmlformats.org/officeDocument/2006/relationships/slide" Target="slides/slide293.xml"/><Relationship Id="rId300" Type="http://schemas.openxmlformats.org/officeDocument/2006/relationships/slide" Target="slides/slide294.xml"/><Relationship Id="rId301" Type="http://schemas.openxmlformats.org/officeDocument/2006/relationships/slide" Target="slides/slide295.xml"/><Relationship Id="rId302" Type="http://schemas.openxmlformats.org/officeDocument/2006/relationships/slide" Target="slides/slide296.xml"/><Relationship Id="rId303" Type="http://schemas.openxmlformats.org/officeDocument/2006/relationships/slide" Target="slides/slide297.xml"/><Relationship Id="rId304" Type="http://schemas.openxmlformats.org/officeDocument/2006/relationships/slide" Target="slides/slide298.xml"/><Relationship Id="rId305" Type="http://schemas.openxmlformats.org/officeDocument/2006/relationships/slide" Target="slides/slide299.xml"/><Relationship Id="rId306" Type="http://schemas.openxmlformats.org/officeDocument/2006/relationships/slide" Target="slides/slide300.xml"/><Relationship Id="rId307" Type="http://schemas.openxmlformats.org/officeDocument/2006/relationships/slide" Target="slides/slide301.xml"/><Relationship Id="rId308" Type="http://schemas.openxmlformats.org/officeDocument/2006/relationships/slide" Target="slides/slide302.xml"/><Relationship Id="rId309" Type="http://schemas.openxmlformats.org/officeDocument/2006/relationships/slide" Target="slides/slide303.xml"/><Relationship Id="rId310" Type="http://schemas.openxmlformats.org/officeDocument/2006/relationships/slide" Target="slides/slide304.xml"/><Relationship Id="rId311" Type="http://schemas.openxmlformats.org/officeDocument/2006/relationships/slide" Target="slides/slide305.xml"/><Relationship Id="rId312" Type="http://schemas.openxmlformats.org/officeDocument/2006/relationships/slide" Target="slides/slide306.xml"/><Relationship Id="rId313" Type="http://schemas.openxmlformats.org/officeDocument/2006/relationships/slide" Target="slides/slide307.xml"/><Relationship Id="rId314" Type="http://schemas.openxmlformats.org/officeDocument/2006/relationships/slide" Target="slides/slide308.xml"/><Relationship Id="rId315" Type="http://schemas.openxmlformats.org/officeDocument/2006/relationships/slide" Target="slides/slide309.xml"/><Relationship Id="rId316" Type="http://schemas.openxmlformats.org/officeDocument/2006/relationships/slide" Target="slides/slide310.xml"/><Relationship Id="rId317" Type="http://schemas.openxmlformats.org/officeDocument/2006/relationships/slide" Target="slides/slide311.xml"/><Relationship Id="rId318" Type="http://schemas.openxmlformats.org/officeDocument/2006/relationships/slide" Target="slides/slide312.xml"/><Relationship Id="rId319" Type="http://schemas.openxmlformats.org/officeDocument/2006/relationships/slide" Target="slides/slide313.xml"/><Relationship Id="rId320" Type="http://schemas.openxmlformats.org/officeDocument/2006/relationships/slide" Target="slides/slide314.xml"/><Relationship Id="rId321" Type="http://schemas.openxmlformats.org/officeDocument/2006/relationships/slide" Target="slides/slide315.xml"/><Relationship Id="rId322" Type="http://schemas.openxmlformats.org/officeDocument/2006/relationships/slide" Target="slides/slide316.xml"/><Relationship Id="rId323" Type="http://schemas.openxmlformats.org/officeDocument/2006/relationships/slide" Target="slides/slide317.xml"/><Relationship Id="rId324" Type="http://schemas.openxmlformats.org/officeDocument/2006/relationships/slide" Target="slides/slide318.xml"/><Relationship Id="rId325" Type="http://schemas.openxmlformats.org/officeDocument/2006/relationships/slide" Target="slides/slide319.xml"/><Relationship Id="rId326" Type="http://schemas.openxmlformats.org/officeDocument/2006/relationships/slide" Target="slides/slide320.xml"/><Relationship Id="rId327" Type="http://schemas.openxmlformats.org/officeDocument/2006/relationships/slide" Target="slides/slide321.xml"/><Relationship Id="rId328" Type="http://schemas.openxmlformats.org/officeDocument/2006/relationships/slide" Target="slides/slide322.xml"/><Relationship Id="rId329" Type="http://schemas.openxmlformats.org/officeDocument/2006/relationships/slide" Target="slides/slide323.xml"/><Relationship Id="rId330" Type="http://schemas.openxmlformats.org/officeDocument/2006/relationships/slide" Target="slides/slide324.xml"/><Relationship Id="rId331" Type="http://schemas.openxmlformats.org/officeDocument/2006/relationships/slide" Target="slides/slide325.xml"/><Relationship Id="rId332" Type="http://schemas.openxmlformats.org/officeDocument/2006/relationships/slide" Target="slides/slide326.xml"/><Relationship Id="rId333" Type="http://schemas.openxmlformats.org/officeDocument/2006/relationships/slide" Target="slides/slide327.xml"/><Relationship Id="rId334" Type="http://schemas.openxmlformats.org/officeDocument/2006/relationships/slide" Target="slides/slide328.xml"/><Relationship Id="rId335" Type="http://schemas.openxmlformats.org/officeDocument/2006/relationships/slide" Target="slides/slide329.xml"/><Relationship Id="rId336" Type="http://schemas.openxmlformats.org/officeDocument/2006/relationships/slide" Target="slides/slide330.xml"/><Relationship Id="rId337" Type="http://schemas.openxmlformats.org/officeDocument/2006/relationships/slide" Target="slides/slide331.xml"/><Relationship Id="rId338" Type="http://schemas.openxmlformats.org/officeDocument/2006/relationships/slide" Target="slides/slide332.xml"/><Relationship Id="rId339" Type="http://schemas.openxmlformats.org/officeDocument/2006/relationships/slide" Target="slides/slide333.xml"/><Relationship Id="rId340" Type="http://schemas.openxmlformats.org/officeDocument/2006/relationships/slide" Target="slides/slide334.xml"/><Relationship Id="rId341" Type="http://schemas.openxmlformats.org/officeDocument/2006/relationships/slide" Target="slides/slide335.xml"/><Relationship Id="rId342" Type="http://schemas.openxmlformats.org/officeDocument/2006/relationships/slide" Target="slides/slide336.xml"/><Relationship Id="rId343" Type="http://schemas.openxmlformats.org/officeDocument/2006/relationships/slide" Target="slides/slide337.xml"/><Relationship Id="rId344" Type="http://schemas.openxmlformats.org/officeDocument/2006/relationships/slide" Target="slides/slide338.xml"/><Relationship Id="rId345" Type="http://schemas.openxmlformats.org/officeDocument/2006/relationships/slide" Target="slides/slide339.xml"/><Relationship Id="rId346" Type="http://schemas.openxmlformats.org/officeDocument/2006/relationships/slide" Target="slides/slide340.xml"/><Relationship Id="rId347" Type="http://schemas.openxmlformats.org/officeDocument/2006/relationships/slide" Target="slides/slide341.xml"/><Relationship Id="rId348" Type="http://schemas.openxmlformats.org/officeDocument/2006/relationships/slide" Target="slides/slide342.xml"/><Relationship Id="rId349" Type="http://schemas.openxmlformats.org/officeDocument/2006/relationships/slide" Target="slides/slide343.xml"/><Relationship Id="rId350" Type="http://schemas.openxmlformats.org/officeDocument/2006/relationships/slide" Target="slides/slide344.xml"/><Relationship Id="rId351" Type="http://schemas.openxmlformats.org/officeDocument/2006/relationships/slide" Target="slides/slide345.xml"/><Relationship Id="rId352" Type="http://schemas.openxmlformats.org/officeDocument/2006/relationships/slide" Target="slides/slide346.xml"/><Relationship Id="rId353" Type="http://schemas.openxmlformats.org/officeDocument/2006/relationships/slide" Target="slides/slide347.xml"/><Relationship Id="rId354" Type="http://schemas.openxmlformats.org/officeDocument/2006/relationships/slide" Target="slides/slide348.xml"/><Relationship Id="rId355" Type="http://schemas.openxmlformats.org/officeDocument/2006/relationships/slide" Target="slides/slide349.xml"/><Relationship Id="rId356" Type="http://schemas.openxmlformats.org/officeDocument/2006/relationships/slide" Target="slides/slide350.xml"/><Relationship Id="rId357" Type="http://schemas.openxmlformats.org/officeDocument/2006/relationships/slide" Target="slides/slide351.xml"/><Relationship Id="rId358" Type="http://schemas.openxmlformats.org/officeDocument/2006/relationships/slide" Target="slides/slide352.xml"/><Relationship Id="rId359" Type="http://schemas.openxmlformats.org/officeDocument/2006/relationships/slide" Target="slides/slide353.xml"/><Relationship Id="rId360" Type="http://schemas.openxmlformats.org/officeDocument/2006/relationships/slide" Target="slides/slide354.xml"/><Relationship Id="rId361" Type="http://schemas.openxmlformats.org/officeDocument/2006/relationships/slide" Target="slides/slide355.xml"/><Relationship Id="rId362" Type="http://schemas.openxmlformats.org/officeDocument/2006/relationships/slide" Target="slides/slide356.xml"/><Relationship Id="rId363" Type="http://schemas.openxmlformats.org/officeDocument/2006/relationships/slide" Target="slides/slide357.xml"/><Relationship Id="rId364" Type="http://schemas.openxmlformats.org/officeDocument/2006/relationships/slide" Target="slides/slide358.xml"/><Relationship Id="rId365" Type="http://schemas.openxmlformats.org/officeDocument/2006/relationships/slide" Target="slides/slide359.xml"/><Relationship Id="rId366" Type="http://schemas.openxmlformats.org/officeDocument/2006/relationships/slide" Target="slides/slide360.xml"/><Relationship Id="rId367" Type="http://schemas.openxmlformats.org/officeDocument/2006/relationships/slide" Target="slides/slide361.xml"/><Relationship Id="rId368" Type="http://schemas.openxmlformats.org/officeDocument/2006/relationships/slide" Target="slides/slide362.xml"/><Relationship Id="rId369" Type="http://schemas.openxmlformats.org/officeDocument/2006/relationships/slide" Target="slides/slide363.xml"/><Relationship Id="rId370" Type="http://schemas.openxmlformats.org/officeDocument/2006/relationships/slide" Target="slides/slide364.xml"/><Relationship Id="rId371" Type="http://schemas.openxmlformats.org/officeDocument/2006/relationships/slide" Target="slides/slide365.xml"/><Relationship Id="rId372" Type="http://schemas.openxmlformats.org/officeDocument/2006/relationships/slide" Target="slides/slide366.xml"/><Relationship Id="rId373" Type="http://schemas.openxmlformats.org/officeDocument/2006/relationships/slide" Target="slides/slide367.xml"/><Relationship Id="rId374" Type="http://schemas.openxmlformats.org/officeDocument/2006/relationships/slide" Target="slides/slide368.xml"/><Relationship Id="rId375" Type="http://schemas.openxmlformats.org/officeDocument/2006/relationships/slide" Target="slides/slide369.xml"/><Relationship Id="rId376" Type="http://schemas.openxmlformats.org/officeDocument/2006/relationships/slide" Target="slides/slide370.xml"/><Relationship Id="rId377" Type="http://schemas.openxmlformats.org/officeDocument/2006/relationships/slide" Target="slides/slide371.xml"/><Relationship Id="rId378" Type="http://schemas.openxmlformats.org/officeDocument/2006/relationships/slide" Target="slides/slide372.xml"/><Relationship Id="rId379" Type="http://schemas.openxmlformats.org/officeDocument/2006/relationships/slide" Target="slides/slide373.xml"/><Relationship Id="rId380" Type="http://schemas.openxmlformats.org/officeDocument/2006/relationships/slide" Target="slides/slide374.xml"/><Relationship Id="rId381" Type="http://schemas.openxmlformats.org/officeDocument/2006/relationships/slide" Target="slides/slide375.xml"/><Relationship Id="rId382" Type="http://schemas.openxmlformats.org/officeDocument/2006/relationships/slide" Target="slides/slide376.xml"/><Relationship Id="rId383" Type="http://schemas.openxmlformats.org/officeDocument/2006/relationships/slide" Target="slides/slide377.xml"/><Relationship Id="rId384" Type="http://schemas.openxmlformats.org/officeDocument/2006/relationships/slide" Target="slides/slide378.xml"/><Relationship Id="rId385" Type="http://schemas.openxmlformats.org/officeDocument/2006/relationships/slide" Target="slides/slide379.xml"/><Relationship Id="rId386" Type="http://schemas.openxmlformats.org/officeDocument/2006/relationships/slide" Target="slides/slide380.xml"/><Relationship Id="rId387" Type="http://schemas.openxmlformats.org/officeDocument/2006/relationships/slide" Target="slides/slide381.xml"/><Relationship Id="rId388" Type="http://schemas.openxmlformats.org/officeDocument/2006/relationships/slide" Target="slides/slide382.xml"/><Relationship Id="rId389" Type="http://schemas.openxmlformats.org/officeDocument/2006/relationships/slide" Target="slides/slide383.xml"/><Relationship Id="rId390" Type="http://schemas.openxmlformats.org/officeDocument/2006/relationships/slide" Target="slides/slide384.xml"/><Relationship Id="rId391" Type="http://schemas.openxmlformats.org/officeDocument/2006/relationships/slide" Target="slides/slide385.xml"/><Relationship Id="rId392" Type="http://schemas.openxmlformats.org/officeDocument/2006/relationships/slide" Target="slides/slide386.xml"/><Relationship Id="rId393" Type="http://schemas.openxmlformats.org/officeDocument/2006/relationships/slide" Target="slides/slide387.xml"/><Relationship Id="rId394" Type="http://schemas.openxmlformats.org/officeDocument/2006/relationships/slide" Target="slides/slide388.xml"/><Relationship Id="rId395" Type="http://schemas.openxmlformats.org/officeDocument/2006/relationships/slide" Target="slides/slide389.xml"/><Relationship Id="rId396" Type="http://schemas.openxmlformats.org/officeDocument/2006/relationships/slide" Target="slides/slide390.xml"/><Relationship Id="rId397" Type="http://schemas.openxmlformats.org/officeDocument/2006/relationships/slide" Target="slides/slide391.xml"/><Relationship Id="rId398" Type="http://schemas.openxmlformats.org/officeDocument/2006/relationships/slide" Target="slides/slide392.xml"/><Relationship Id="rId399" Type="http://schemas.openxmlformats.org/officeDocument/2006/relationships/slide" Target="slides/slide393.xml"/><Relationship Id="rId400" Type="http://schemas.openxmlformats.org/officeDocument/2006/relationships/slide" Target="slides/slide394.xml"/><Relationship Id="rId401" Type="http://schemas.openxmlformats.org/officeDocument/2006/relationships/slide" Target="slides/slide395.xml"/><Relationship Id="rId402" Type="http://schemas.openxmlformats.org/officeDocument/2006/relationships/slide" Target="slides/slide396.xml"/><Relationship Id="rId403" Type="http://schemas.openxmlformats.org/officeDocument/2006/relationships/slide" Target="slides/slide397.xml"/><Relationship Id="rId404" Type="http://schemas.openxmlformats.org/officeDocument/2006/relationships/slide" Target="slides/slide398.xml"/><Relationship Id="rId405" Type="http://schemas.openxmlformats.org/officeDocument/2006/relationships/slide" Target="slides/slide399.xml"/><Relationship Id="rId406" Type="http://schemas.openxmlformats.org/officeDocument/2006/relationships/slide" Target="slides/slide400.xml"/><Relationship Id="rId407" Type="http://schemas.openxmlformats.org/officeDocument/2006/relationships/slide" Target="slides/slide401.xml"/><Relationship Id="rId408" Type="http://schemas.openxmlformats.org/officeDocument/2006/relationships/slide" Target="slides/slide402.xml"/><Relationship Id="rId409" Type="http://schemas.openxmlformats.org/officeDocument/2006/relationships/slide" Target="slides/slide403.xml"/><Relationship Id="rId410" Type="http://schemas.openxmlformats.org/officeDocument/2006/relationships/slide" Target="slides/slide404.xml"/><Relationship Id="rId411" Type="http://schemas.openxmlformats.org/officeDocument/2006/relationships/slide" Target="slides/slide405.xml"/><Relationship Id="rId412" Type="http://schemas.openxmlformats.org/officeDocument/2006/relationships/slide" Target="slides/slide406.xml"/><Relationship Id="rId413" Type="http://schemas.openxmlformats.org/officeDocument/2006/relationships/slide" Target="slides/slide407.xml"/><Relationship Id="rId414" Type="http://schemas.openxmlformats.org/officeDocument/2006/relationships/slide" Target="slides/slide408.xml"/><Relationship Id="rId415" Type="http://schemas.openxmlformats.org/officeDocument/2006/relationships/slide" Target="slides/slide409.xml"/><Relationship Id="rId416" Type="http://schemas.openxmlformats.org/officeDocument/2006/relationships/slide" Target="slides/slide410.xml"/><Relationship Id="rId417" Type="http://schemas.openxmlformats.org/officeDocument/2006/relationships/slide" Target="slides/slide411.xml"/><Relationship Id="rId418" Type="http://schemas.openxmlformats.org/officeDocument/2006/relationships/slide" Target="slides/slide412.xml"/><Relationship Id="rId419" Type="http://schemas.openxmlformats.org/officeDocument/2006/relationships/slide" Target="slides/slide413.xml"/><Relationship Id="rId420" Type="http://schemas.openxmlformats.org/officeDocument/2006/relationships/slide" Target="slides/slide414.xml"/><Relationship Id="rId421" Type="http://schemas.openxmlformats.org/officeDocument/2006/relationships/slide" Target="slides/slide415.xml"/><Relationship Id="rId422" Type="http://schemas.openxmlformats.org/officeDocument/2006/relationships/slide" Target="slides/slide416.xml"/><Relationship Id="rId423" Type="http://schemas.openxmlformats.org/officeDocument/2006/relationships/slide" Target="slides/slide417.xml"/><Relationship Id="rId424" Type="http://schemas.openxmlformats.org/officeDocument/2006/relationships/slide" Target="slides/slide418.xml"/><Relationship Id="rId425" Type="http://schemas.openxmlformats.org/officeDocument/2006/relationships/slide" Target="slides/slide419.xml"/><Relationship Id="rId426" Type="http://schemas.openxmlformats.org/officeDocument/2006/relationships/slide" Target="slides/slide420.xml"/><Relationship Id="rId427" Type="http://schemas.openxmlformats.org/officeDocument/2006/relationships/slide" Target="slides/slide421.xml"/><Relationship Id="rId428" Type="http://schemas.openxmlformats.org/officeDocument/2006/relationships/slide" Target="slides/slide422.xml"/><Relationship Id="rId429" Type="http://schemas.openxmlformats.org/officeDocument/2006/relationships/slide" Target="slides/slide423.xml"/><Relationship Id="rId430" Type="http://schemas.openxmlformats.org/officeDocument/2006/relationships/slide" Target="slides/slide424.xml"/><Relationship Id="rId431" Type="http://schemas.openxmlformats.org/officeDocument/2006/relationships/slide" Target="slides/slide425.xml"/><Relationship Id="rId432" Type="http://schemas.openxmlformats.org/officeDocument/2006/relationships/slide" Target="slides/slide426.xml"/><Relationship Id="rId433" Type="http://schemas.openxmlformats.org/officeDocument/2006/relationships/slide" Target="slides/slide427.xml"/><Relationship Id="rId434" Type="http://schemas.openxmlformats.org/officeDocument/2006/relationships/slide" Target="slides/slide428.xml"/><Relationship Id="rId435" Type="http://schemas.openxmlformats.org/officeDocument/2006/relationships/slide" Target="slides/slide429.xml"/><Relationship Id="rId436" Type="http://schemas.openxmlformats.org/officeDocument/2006/relationships/slide" Target="slides/slide430.xml"/><Relationship Id="rId437" Type="http://schemas.openxmlformats.org/officeDocument/2006/relationships/slide" Target="slides/slide431.xml"/><Relationship Id="rId438" Type="http://schemas.openxmlformats.org/officeDocument/2006/relationships/slide" Target="slides/slide432.xml"/><Relationship Id="rId439" Type="http://schemas.openxmlformats.org/officeDocument/2006/relationships/slide" Target="slides/slide433.xml"/><Relationship Id="rId440" Type="http://schemas.openxmlformats.org/officeDocument/2006/relationships/slide" Target="slides/slide434.xml"/><Relationship Id="rId441" Type="http://schemas.openxmlformats.org/officeDocument/2006/relationships/slide" Target="slides/slide435.xml"/><Relationship Id="rId442" Type="http://schemas.openxmlformats.org/officeDocument/2006/relationships/slide" Target="slides/slide436.xml"/><Relationship Id="rId443" Type="http://schemas.openxmlformats.org/officeDocument/2006/relationships/slide" Target="slides/slide437.xml"/><Relationship Id="rId444" Type="http://schemas.openxmlformats.org/officeDocument/2006/relationships/slide" Target="slides/slide438.xml"/><Relationship Id="rId445" Type="http://schemas.openxmlformats.org/officeDocument/2006/relationships/slide" Target="slides/slide439.xml"/><Relationship Id="rId446" Type="http://schemas.openxmlformats.org/officeDocument/2006/relationships/slide" Target="slides/slide440.xml"/><Relationship Id="rId447" Type="http://schemas.openxmlformats.org/officeDocument/2006/relationships/slide" Target="slides/slide441.xml"/><Relationship Id="rId448" Type="http://schemas.openxmlformats.org/officeDocument/2006/relationships/slide" Target="slides/slide442.xml"/><Relationship Id="rId449" Type="http://schemas.openxmlformats.org/officeDocument/2006/relationships/slide" Target="slides/slide443.xml"/><Relationship Id="rId450" Type="http://schemas.openxmlformats.org/officeDocument/2006/relationships/slide" Target="slides/slide444.xml"/><Relationship Id="rId451" Type="http://schemas.openxmlformats.org/officeDocument/2006/relationships/slide" Target="slides/slide445.xml"/><Relationship Id="rId452" Type="http://schemas.openxmlformats.org/officeDocument/2006/relationships/slide" Target="slides/slide446.xml"/><Relationship Id="rId453" Type="http://schemas.openxmlformats.org/officeDocument/2006/relationships/slide" Target="slides/slide447.xml"/><Relationship Id="rId454" Type="http://schemas.openxmlformats.org/officeDocument/2006/relationships/slide" Target="slides/slide448.xml"/><Relationship Id="rId455" Type="http://schemas.openxmlformats.org/officeDocument/2006/relationships/slide" Target="slides/slide449.xml"/><Relationship Id="rId456" Type="http://schemas.openxmlformats.org/officeDocument/2006/relationships/slide" Target="slides/slide450.xml"/><Relationship Id="rId457" Type="http://schemas.openxmlformats.org/officeDocument/2006/relationships/slide" Target="slides/slide451.xml"/><Relationship Id="rId458" Type="http://schemas.openxmlformats.org/officeDocument/2006/relationships/slide" Target="slides/slide452.xml"/><Relationship Id="rId459" Type="http://schemas.openxmlformats.org/officeDocument/2006/relationships/slide" Target="slides/slide453.xml"/><Relationship Id="rId460" Type="http://schemas.openxmlformats.org/officeDocument/2006/relationships/slide" Target="slides/slide454.xml"/><Relationship Id="rId461" Type="http://schemas.openxmlformats.org/officeDocument/2006/relationships/slide" Target="slides/slide455.xml"/><Relationship Id="rId462" Type="http://schemas.openxmlformats.org/officeDocument/2006/relationships/slide" Target="slides/slide456.xml"/><Relationship Id="rId463" Type="http://schemas.openxmlformats.org/officeDocument/2006/relationships/slide" Target="slides/slide457.xml"/><Relationship Id="rId464" Type="http://schemas.openxmlformats.org/officeDocument/2006/relationships/slide" Target="slides/slide458.xml"/><Relationship Id="rId465" Type="http://schemas.openxmlformats.org/officeDocument/2006/relationships/slide" Target="slides/slide459.xml"/><Relationship Id="rId466" Type="http://schemas.openxmlformats.org/officeDocument/2006/relationships/slide" Target="slides/slide460.xml"/><Relationship Id="rId467" Type="http://schemas.openxmlformats.org/officeDocument/2006/relationships/slide" Target="slides/slide461.xml"/><Relationship Id="rId468" Type="http://schemas.openxmlformats.org/officeDocument/2006/relationships/slide" Target="slides/slide462.xml"/><Relationship Id="rId469" Type="http://schemas.openxmlformats.org/officeDocument/2006/relationships/slide" Target="slides/slide463.xml"/><Relationship Id="rId470" Type="http://schemas.openxmlformats.org/officeDocument/2006/relationships/slide" Target="slides/slide464.xml"/><Relationship Id="rId471" Type="http://schemas.openxmlformats.org/officeDocument/2006/relationships/slide" Target="slides/slide465.xml"/><Relationship Id="rId472" Type="http://schemas.openxmlformats.org/officeDocument/2006/relationships/slide" Target="slides/slide466.xml"/><Relationship Id="rId473" Type="http://schemas.openxmlformats.org/officeDocument/2006/relationships/slide" Target="slides/slide467.xml"/><Relationship Id="rId474" Type="http://schemas.openxmlformats.org/officeDocument/2006/relationships/slide" Target="slides/slide468.xml"/><Relationship Id="rId475" Type="http://schemas.openxmlformats.org/officeDocument/2006/relationships/slide" Target="slides/slide469.xml"/><Relationship Id="rId476" Type="http://schemas.openxmlformats.org/officeDocument/2006/relationships/slide" Target="slides/slide470.xml"/><Relationship Id="rId477" Type="http://schemas.openxmlformats.org/officeDocument/2006/relationships/slide" Target="slides/slide471.xml"/><Relationship Id="rId478" Type="http://schemas.openxmlformats.org/officeDocument/2006/relationships/slide" Target="slides/slide472.xml"/><Relationship Id="rId479" Type="http://schemas.openxmlformats.org/officeDocument/2006/relationships/slide" Target="slides/slide473.xml"/><Relationship Id="rId480" Type="http://schemas.openxmlformats.org/officeDocument/2006/relationships/slide" Target="slides/slide474.xml"/><Relationship Id="rId481" Type="http://schemas.openxmlformats.org/officeDocument/2006/relationships/slide" Target="slides/slide475.xml"/><Relationship Id="rId482" Type="http://schemas.openxmlformats.org/officeDocument/2006/relationships/slide" Target="slides/slide476.xml"/><Relationship Id="rId483" Type="http://schemas.openxmlformats.org/officeDocument/2006/relationships/slide" Target="slides/slide477.xml"/><Relationship Id="rId484" Type="http://schemas.openxmlformats.org/officeDocument/2006/relationships/slide" Target="slides/slide478.xml"/><Relationship Id="rId485" Type="http://schemas.openxmlformats.org/officeDocument/2006/relationships/slide" Target="slides/slide479.xml"/><Relationship Id="rId486" Type="http://schemas.openxmlformats.org/officeDocument/2006/relationships/slide" Target="slides/slide480.xml"/><Relationship Id="rId487" Type="http://schemas.openxmlformats.org/officeDocument/2006/relationships/slide" Target="slides/slide481.xml"/><Relationship Id="rId488" Type="http://schemas.openxmlformats.org/officeDocument/2006/relationships/slide" Target="slides/slide482.xml"/><Relationship Id="rId489" Type="http://schemas.openxmlformats.org/officeDocument/2006/relationships/slide" Target="slides/slide483.xml"/><Relationship Id="rId490" Type="http://schemas.openxmlformats.org/officeDocument/2006/relationships/slide" Target="slides/slide484.xml"/><Relationship Id="rId491" Type="http://schemas.openxmlformats.org/officeDocument/2006/relationships/slide" Target="slides/slide485.xml"/><Relationship Id="rId492" Type="http://schemas.openxmlformats.org/officeDocument/2006/relationships/slide" Target="slides/slide486.xml"/><Relationship Id="rId493" Type="http://schemas.openxmlformats.org/officeDocument/2006/relationships/slide" Target="slides/slide487.xml"/><Relationship Id="rId494" Type="http://schemas.openxmlformats.org/officeDocument/2006/relationships/slide" Target="slides/slide488.xml"/><Relationship Id="rId495" Type="http://schemas.openxmlformats.org/officeDocument/2006/relationships/slide" Target="slides/slide489.xml"/><Relationship Id="rId496" Type="http://schemas.openxmlformats.org/officeDocument/2006/relationships/slide" Target="slides/slide490.xml"/><Relationship Id="rId497" Type="http://schemas.openxmlformats.org/officeDocument/2006/relationships/slide" Target="slides/slide491.xml"/><Relationship Id="rId498" Type="http://schemas.openxmlformats.org/officeDocument/2006/relationships/slide" Target="slides/slide492.xml"/><Relationship Id="rId499" Type="http://schemas.openxmlformats.org/officeDocument/2006/relationships/slide" Target="slides/slide493.xml"/><Relationship Id="rId500" Type="http://schemas.openxmlformats.org/officeDocument/2006/relationships/slide" Target="slides/slide494.xml"/><Relationship Id="rId501" Type="http://schemas.openxmlformats.org/officeDocument/2006/relationships/slide" Target="slides/slide495.xml"/><Relationship Id="rId502" Type="http://schemas.openxmlformats.org/officeDocument/2006/relationships/slide" Target="slides/slide496.xml"/><Relationship Id="rId503" Type="http://schemas.openxmlformats.org/officeDocument/2006/relationships/slide" Target="slides/slide497.xml"/><Relationship Id="rId504" Type="http://schemas.openxmlformats.org/officeDocument/2006/relationships/slide" Target="slides/slide498.xml"/><Relationship Id="rId505" Type="http://schemas.openxmlformats.org/officeDocument/2006/relationships/slide" Target="slides/slide499.xml"/><Relationship Id="rId506" Type="http://schemas.openxmlformats.org/officeDocument/2006/relationships/slide" Target="slides/slide500.xml"/><Relationship Id="rId507" Type="http://schemas.openxmlformats.org/officeDocument/2006/relationships/slide" Target="slides/slide501.xml"/><Relationship Id="rId508" Type="http://schemas.openxmlformats.org/officeDocument/2006/relationships/slide" Target="slides/slide502.xml"/><Relationship Id="rId509" Type="http://schemas.openxmlformats.org/officeDocument/2006/relationships/slide" Target="slides/slide503.xml"/><Relationship Id="rId510" Type="http://schemas.openxmlformats.org/officeDocument/2006/relationships/slide" Target="slides/slide504.xml"/><Relationship Id="rId511" Type="http://schemas.openxmlformats.org/officeDocument/2006/relationships/slide" Target="slides/slide505.xml"/><Relationship Id="rId512" Type="http://schemas.openxmlformats.org/officeDocument/2006/relationships/slide" Target="slides/slide506.xml"/><Relationship Id="rId513" Type="http://schemas.openxmlformats.org/officeDocument/2006/relationships/slide" Target="slides/slide507.xml"/><Relationship Id="rId514" Type="http://schemas.openxmlformats.org/officeDocument/2006/relationships/slide" Target="slides/slide508.xml"/><Relationship Id="rId515" Type="http://schemas.openxmlformats.org/officeDocument/2006/relationships/slide" Target="slides/slide509.xml"/><Relationship Id="rId516" Type="http://schemas.openxmlformats.org/officeDocument/2006/relationships/slide" Target="slides/slide510.xml"/><Relationship Id="rId517" Type="http://schemas.openxmlformats.org/officeDocument/2006/relationships/slide" Target="slides/slide511.xml"/><Relationship Id="rId518" Type="http://schemas.openxmlformats.org/officeDocument/2006/relationships/slide" Target="slides/slide512.xml"/><Relationship Id="rId519" Type="http://schemas.openxmlformats.org/officeDocument/2006/relationships/slide" Target="slides/slide513.xml"/><Relationship Id="rId520" Type="http://schemas.openxmlformats.org/officeDocument/2006/relationships/slide" Target="slides/slide514.xml"/><Relationship Id="rId521" Type="http://schemas.openxmlformats.org/officeDocument/2006/relationships/slide" Target="slides/slide515.xml"/><Relationship Id="rId522" Type="http://schemas.openxmlformats.org/officeDocument/2006/relationships/slide" Target="slides/slide516.xml"/><Relationship Id="rId523" Type="http://schemas.openxmlformats.org/officeDocument/2006/relationships/slide" Target="slides/slide517.xml"/><Relationship Id="rId524" Type="http://schemas.openxmlformats.org/officeDocument/2006/relationships/slide" Target="slides/slide518.xml"/><Relationship Id="rId525" Type="http://schemas.openxmlformats.org/officeDocument/2006/relationships/slide" Target="slides/slide519.xml"/><Relationship Id="rId526" Type="http://schemas.openxmlformats.org/officeDocument/2006/relationships/slide" Target="slides/slide520.xml"/><Relationship Id="rId527" Type="http://schemas.openxmlformats.org/officeDocument/2006/relationships/slide" Target="slides/slide521.xml"/><Relationship Id="rId528" Type="http://schemas.openxmlformats.org/officeDocument/2006/relationships/slide" Target="slides/slide522.xml"/><Relationship Id="rId529" Type="http://schemas.openxmlformats.org/officeDocument/2006/relationships/slide" Target="slides/slide523.xml"/><Relationship Id="rId530" Type="http://schemas.openxmlformats.org/officeDocument/2006/relationships/slide" Target="slides/slide524.xml"/><Relationship Id="rId531" Type="http://schemas.openxmlformats.org/officeDocument/2006/relationships/slide" Target="slides/slide525.xml"/><Relationship Id="rId532" Type="http://schemas.openxmlformats.org/officeDocument/2006/relationships/slide" Target="slides/slide526.xml"/><Relationship Id="rId533" Type="http://schemas.openxmlformats.org/officeDocument/2006/relationships/slide" Target="slides/slide527.xml"/><Relationship Id="rId534" Type="http://schemas.openxmlformats.org/officeDocument/2006/relationships/slide" Target="slides/slide528.xml"/><Relationship Id="rId535" Type="http://schemas.openxmlformats.org/officeDocument/2006/relationships/slide" Target="slides/slide529.xml"/><Relationship Id="rId536" Type="http://schemas.openxmlformats.org/officeDocument/2006/relationships/slide" Target="slides/slide530.xml"/><Relationship Id="rId537" Type="http://schemas.openxmlformats.org/officeDocument/2006/relationships/slide" Target="slides/slide531.xml"/><Relationship Id="rId538" Type="http://schemas.openxmlformats.org/officeDocument/2006/relationships/slide" Target="slides/slide532.xml"/><Relationship Id="rId539" Type="http://schemas.openxmlformats.org/officeDocument/2006/relationships/slide" Target="slides/slide533.xml"/><Relationship Id="rId540" Type="http://schemas.openxmlformats.org/officeDocument/2006/relationships/slide" Target="slides/slide534.xml"/><Relationship Id="rId541" Type="http://schemas.openxmlformats.org/officeDocument/2006/relationships/slide" Target="slides/slide535.xml"/><Relationship Id="rId542" Type="http://schemas.openxmlformats.org/officeDocument/2006/relationships/slide" Target="slides/slide536.xml"/><Relationship Id="rId543" Type="http://schemas.openxmlformats.org/officeDocument/2006/relationships/slide" Target="slides/slide537.xml"/><Relationship Id="rId544" Type="http://schemas.openxmlformats.org/officeDocument/2006/relationships/slide" Target="slides/slide538.xml"/><Relationship Id="rId545" Type="http://schemas.openxmlformats.org/officeDocument/2006/relationships/slide" Target="slides/slide539.xml"/><Relationship Id="rId546" Type="http://schemas.openxmlformats.org/officeDocument/2006/relationships/slide" Target="slides/slide540.xml"/><Relationship Id="rId547" Type="http://schemas.openxmlformats.org/officeDocument/2006/relationships/slide" Target="slides/slide541.xml"/><Relationship Id="rId548" Type="http://schemas.openxmlformats.org/officeDocument/2006/relationships/slide" Target="slides/slide542.xml"/><Relationship Id="rId549" Type="http://schemas.openxmlformats.org/officeDocument/2006/relationships/slide" Target="slides/slide543.xml"/><Relationship Id="rId550" Type="http://schemas.openxmlformats.org/officeDocument/2006/relationships/slide" Target="slides/slide544.xml"/><Relationship Id="rId551" Type="http://schemas.openxmlformats.org/officeDocument/2006/relationships/slide" Target="slides/slide545.xml"/><Relationship Id="rId552" Type="http://schemas.openxmlformats.org/officeDocument/2006/relationships/slide" Target="slides/slide546.xml"/><Relationship Id="rId553" Type="http://schemas.openxmlformats.org/officeDocument/2006/relationships/slide" Target="slides/slide547.xml"/><Relationship Id="rId554" Type="http://schemas.openxmlformats.org/officeDocument/2006/relationships/slide" Target="slides/slide548.xml"/><Relationship Id="rId555" Type="http://schemas.openxmlformats.org/officeDocument/2006/relationships/slide" Target="slides/slide549.xml"/><Relationship Id="rId556" Type="http://schemas.openxmlformats.org/officeDocument/2006/relationships/slide" Target="slides/slide550.xml"/><Relationship Id="rId557" Type="http://schemas.openxmlformats.org/officeDocument/2006/relationships/slide" Target="slides/slide551.xml"/><Relationship Id="rId558" Type="http://schemas.openxmlformats.org/officeDocument/2006/relationships/slide" Target="slides/slide552.xml"/><Relationship Id="rId559" Type="http://schemas.openxmlformats.org/officeDocument/2006/relationships/slide" Target="slides/slide553.xml"/><Relationship Id="rId560" Type="http://schemas.openxmlformats.org/officeDocument/2006/relationships/slide" Target="slides/slide554.xml"/><Relationship Id="rId561" Type="http://schemas.openxmlformats.org/officeDocument/2006/relationships/slide" Target="slides/slide555.xml"/><Relationship Id="rId562" Type="http://schemas.openxmlformats.org/officeDocument/2006/relationships/slide" Target="slides/slide556.xml"/><Relationship Id="rId563" Type="http://schemas.openxmlformats.org/officeDocument/2006/relationships/slide" Target="slides/slide557.xml"/><Relationship Id="rId564" Type="http://schemas.openxmlformats.org/officeDocument/2006/relationships/slide" Target="slides/slide558.xml"/><Relationship Id="rId565" Type="http://schemas.openxmlformats.org/officeDocument/2006/relationships/slide" Target="slides/slide559.xml"/><Relationship Id="rId566" Type="http://schemas.openxmlformats.org/officeDocument/2006/relationships/slide" Target="slides/slide560.xml"/><Relationship Id="rId567" Type="http://schemas.openxmlformats.org/officeDocument/2006/relationships/slide" Target="slides/slide561.xml"/><Relationship Id="rId568" Type="http://schemas.openxmlformats.org/officeDocument/2006/relationships/slide" Target="slides/slide562.xml"/><Relationship Id="rId569" Type="http://schemas.openxmlformats.org/officeDocument/2006/relationships/slide" Target="slides/slide563.xml"/><Relationship Id="rId570" Type="http://schemas.openxmlformats.org/officeDocument/2006/relationships/slide" Target="slides/slide564.xml"/><Relationship Id="rId571" Type="http://schemas.openxmlformats.org/officeDocument/2006/relationships/slide" Target="slides/slide565.xml"/><Relationship Id="rId572" Type="http://schemas.openxmlformats.org/officeDocument/2006/relationships/slide" Target="slides/slide566.xml"/><Relationship Id="rId573" Type="http://schemas.openxmlformats.org/officeDocument/2006/relationships/slide" Target="slides/slide567.xml"/><Relationship Id="rId574" Type="http://schemas.openxmlformats.org/officeDocument/2006/relationships/slide" Target="slides/slide568.xml"/><Relationship Id="rId575" Type="http://schemas.openxmlformats.org/officeDocument/2006/relationships/slide" Target="slides/slide569.xml"/><Relationship Id="rId576" Type="http://schemas.openxmlformats.org/officeDocument/2006/relationships/slide" Target="slides/slide570.xml"/><Relationship Id="rId577" Type="http://schemas.openxmlformats.org/officeDocument/2006/relationships/slide" Target="slides/slide571.xml"/><Relationship Id="rId578" Type="http://schemas.openxmlformats.org/officeDocument/2006/relationships/slide" Target="slides/slide572.xml"/><Relationship Id="rId579" Type="http://schemas.openxmlformats.org/officeDocument/2006/relationships/slide" Target="slides/slide573.xml"/><Relationship Id="rId580" Type="http://schemas.openxmlformats.org/officeDocument/2006/relationships/slide" Target="slides/slide574.xml"/><Relationship Id="rId581" Type="http://schemas.openxmlformats.org/officeDocument/2006/relationships/slide" Target="slides/slide575.xml"/><Relationship Id="rId582" Type="http://schemas.openxmlformats.org/officeDocument/2006/relationships/slide" Target="slides/slide576.xml"/><Relationship Id="rId583" Type="http://schemas.openxmlformats.org/officeDocument/2006/relationships/slide" Target="slides/slide577.xml"/><Relationship Id="rId584" Type="http://schemas.openxmlformats.org/officeDocument/2006/relationships/slide" Target="slides/slide578.xml"/><Relationship Id="rId585" Type="http://schemas.openxmlformats.org/officeDocument/2006/relationships/slide" Target="slides/slide579.xml"/><Relationship Id="rId586" Type="http://schemas.openxmlformats.org/officeDocument/2006/relationships/slide" Target="slides/slide580.xml"/><Relationship Id="rId587" Type="http://schemas.openxmlformats.org/officeDocument/2006/relationships/slide" Target="slides/slide581.xml"/><Relationship Id="rId588" Type="http://schemas.openxmlformats.org/officeDocument/2006/relationships/slide" Target="slides/slide582.xml"/><Relationship Id="rId589" Type="http://schemas.openxmlformats.org/officeDocument/2006/relationships/slide" Target="slides/slide583.xml"/><Relationship Id="rId590" Type="http://schemas.openxmlformats.org/officeDocument/2006/relationships/slide" Target="slides/slide584.xml"/><Relationship Id="rId591" Type="http://schemas.openxmlformats.org/officeDocument/2006/relationships/slide" Target="slides/slide585.xml"/><Relationship Id="rId592" Type="http://schemas.openxmlformats.org/officeDocument/2006/relationships/slide" Target="slides/slide586.xml"/><Relationship Id="rId593" Type="http://schemas.openxmlformats.org/officeDocument/2006/relationships/slide" Target="slides/slide587.xml"/><Relationship Id="rId594" Type="http://schemas.openxmlformats.org/officeDocument/2006/relationships/slide" Target="slides/slide588.xml"/><Relationship Id="rId595" Type="http://schemas.openxmlformats.org/officeDocument/2006/relationships/slide" Target="slides/slide589.xml"/><Relationship Id="rId596" Type="http://schemas.openxmlformats.org/officeDocument/2006/relationships/slide" Target="slides/slide590.xml"/><Relationship Id="rId597" Type="http://schemas.openxmlformats.org/officeDocument/2006/relationships/slide" Target="slides/slide591.xml"/><Relationship Id="rId598" Type="http://schemas.openxmlformats.org/officeDocument/2006/relationships/slide" Target="slides/slide592.xml"/><Relationship Id="rId599" Type="http://schemas.openxmlformats.org/officeDocument/2006/relationships/slide" Target="slides/slide593.xml"/><Relationship Id="rId600" Type="http://schemas.openxmlformats.org/officeDocument/2006/relationships/slide" Target="slides/slide594.xml"/><Relationship Id="rId601" Type="http://schemas.openxmlformats.org/officeDocument/2006/relationships/slide" Target="slides/slide595.xml"/><Relationship Id="rId602" Type="http://schemas.openxmlformats.org/officeDocument/2006/relationships/slide" Target="slides/slide596.xml"/><Relationship Id="rId603" Type="http://schemas.openxmlformats.org/officeDocument/2006/relationships/slide" Target="slides/slide597.xml"/><Relationship Id="rId604" Type="http://schemas.openxmlformats.org/officeDocument/2006/relationships/slide" Target="slides/slide598.xml"/><Relationship Id="rId605" Type="http://schemas.openxmlformats.org/officeDocument/2006/relationships/slide" Target="slides/slide599.xml"/><Relationship Id="rId606" Type="http://schemas.openxmlformats.org/officeDocument/2006/relationships/slide" Target="slides/slide600.xml"/><Relationship Id="rId607" Type="http://schemas.openxmlformats.org/officeDocument/2006/relationships/slide" Target="slides/slide601.xml"/><Relationship Id="rId608" Type="http://schemas.openxmlformats.org/officeDocument/2006/relationships/slide" Target="slides/slide602.xml"/><Relationship Id="rId609" Type="http://schemas.openxmlformats.org/officeDocument/2006/relationships/slide" Target="slides/slide603.xml"/><Relationship Id="rId610" Type="http://schemas.openxmlformats.org/officeDocument/2006/relationships/slide" Target="slides/slide604.xml"/><Relationship Id="rId611" Type="http://schemas.openxmlformats.org/officeDocument/2006/relationships/slide" Target="slides/slide605.xml"/><Relationship Id="rId612" Type="http://schemas.openxmlformats.org/officeDocument/2006/relationships/slide" Target="slides/slide606.xml"/><Relationship Id="rId613" Type="http://schemas.openxmlformats.org/officeDocument/2006/relationships/slide" Target="slides/slide607.xml"/><Relationship Id="rId614" Type="http://schemas.openxmlformats.org/officeDocument/2006/relationships/slide" Target="slides/slide608.xml"/><Relationship Id="rId615" Type="http://schemas.openxmlformats.org/officeDocument/2006/relationships/slide" Target="slides/slide609.xml"/><Relationship Id="rId616" Type="http://schemas.openxmlformats.org/officeDocument/2006/relationships/slide" Target="slides/slide610.xml"/><Relationship Id="rId617" Type="http://schemas.openxmlformats.org/officeDocument/2006/relationships/slide" Target="slides/slide611.xml"/><Relationship Id="rId618" Type="http://schemas.openxmlformats.org/officeDocument/2006/relationships/slide" Target="slides/slide612.xml"/><Relationship Id="rId619" Type="http://schemas.openxmlformats.org/officeDocument/2006/relationships/slide" Target="slides/slide613.xml"/><Relationship Id="rId620" Type="http://schemas.openxmlformats.org/officeDocument/2006/relationships/slide" Target="slides/slide614.xml"/><Relationship Id="rId621" Type="http://schemas.openxmlformats.org/officeDocument/2006/relationships/slide" Target="slides/slide615.xml"/><Relationship Id="rId622" Type="http://schemas.openxmlformats.org/officeDocument/2006/relationships/slide" Target="slides/slide616.xml"/><Relationship Id="rId623" Type="http://schemas.openxmlformats.org/officeDocument/2006/relationships/slide" Target="slides/slide617.xml"/><Relationship Id="rId624" Type="http://schemas.openxmlformats.org/officeDocument/2006/relationships/slide" Target="slides/slide618.xml"/><Relationship Id="rId625" Type="http://schemas.openxmlformats.org/officeDocument/2006/relationships/slide" Target="slides/slide619.xml"/><Relationship Id="rId626" Type="http://schemas.openxmlformats.org/officeDocument/2006/relationships/slide" Target="slides/slide620.xml"/><Relationship Id="rId627" Type="http://schemas.openxmlformats.org/officeDocument/2006/relationships/slide" Target="slides/slide621.xml"/><Relationship Id="rId628" Type="http://schemas.openxmlformats.org/officeDocument/2006/relationships/slide" Target="slides/slide622.xml"/><Relationship Id="rId629" Type="http://schemas.openxmlformats.org/officeDocument/2006/relationships/slide" Target="slides/slide623.xml"/><Relationship Id="rId630" Type="http://schemas.openxmlformats.org/officeDocument/2006/relationships/slide" Target="slides/slide624.xml"/><Relationship Id="rId631" Type="http://schemas.openxmlformats.org/officeDocument/2006/relationships/slide" Target="slides/slide625.xml"/><Relationship Id="rId632" Type="http://schemas.openxmlformats.org/officeDocument/2006/relationships/slide" Target="slides/slide626.xml"/><Relationship Id="rId633" Type="http://schemas.openxmlformats.org/officeDocument/2006/relationships/slide" Target="slides/slide627.xml"/><Relationship Id="rId634" Type="http://schemas.openxmlformats.org/officeDocument/2006/relationships/slide" Target="slides/slide628.xml"/><Relationship Id="rId635" Type="http://schemas.openxmlformats.org/officeDocument/2006/relationships/slide" Target="slides/slide629.xml"/><Relationship Id="rId636" Type="http://schemas.openxmlformats.org/officeDocument/2006/relationships/slide" Target="slides/slide630.xml"/><Relationship Id="rId637" Type="http://schemas.openxmlformats.org/officeDocument/2006/relationships/slide" Target="slides/slide631.xml"/><Relationship Id="rId638" Type="http://schemas.openxmlformats.org/officeDocument/2006/relationships/slide" Target="slides/slide632.xml"/><Relationship Id="rId639" Type="http://schemas.openxmlformats.org/officeDocument/2006/relationships/slide" Target="slides/slide633.xml"/><Relationship Id="rId640" Type="http://schemas.openxmlformats.org/officeDocument/2006/relationships/slide" Target="slides/slide634.xml"/><Relationship Id="rId641" Type="http://schemas.openxmlformats.org/officeDocument/2006/relationships/slide" Target="slides/slide6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4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5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6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7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8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9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1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2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3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4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5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6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7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8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9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0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1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2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3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5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6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7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8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9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0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2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3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4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5.pn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6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7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8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9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0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1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2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3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4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5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6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7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8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9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0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1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2.pn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3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4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5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6.pn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7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8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9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0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1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2.pn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3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4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5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6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7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8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9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0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1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2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3.pn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4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5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6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7.pn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8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9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0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1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2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3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4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5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6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7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8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9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0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1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2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3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4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5.png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6.png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7.png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8.png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9.png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0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1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2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3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4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5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6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7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8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9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0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1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2.pn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3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4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5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6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7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8.png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9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0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1.png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2.png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3.png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4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5.png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6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7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8.png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9.png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0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1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2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3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4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5.png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6.png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7.png"/></Relationships>
</file>

<file path=ppt/slides/_rels/slide2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8.png"/></Relationships>
</file>

<file path=ppt/slides/_rels/slide2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9.png"/></Relationships>
</file>

<file path=ppt/slides/_rels/slide2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0.png"/></Relationships>
</file>

<file path=ppt/slides/_rels/slide2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1.png"/></Relationships>
</file>

<file path=ppt/slides/_rels/slide2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2.png"/></Relationships>
</file>

<file path=ppt/slides/_rels/slide2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3.png"/></Relationships>
</file>

<file path=ppt/slides/_rels/slide2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4.png"/></Relationships>
</file>

<file path=ppt/slides/_rels/slide2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5.png"/></Relationships>
</file>

<file path=ppt/slides/_rels/slide2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6.png"/></Relationships>
</file>

<file path=ppt/slides/_rels/slide2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7.png"/></Relationships>
</file>

<file path=ppt/slides/_rels/slide2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8.png"/></Relationships>
</file>

<file path=ppt/slides/_rels/slide2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9.png"/></Relationships>
</file>

<file path=ppt/slides/_rels/slide2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0.png"/></Relationships>
</file>

<file path=ppt/slides/_rels/slide2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1.png"/></Relationships>
</file>

<file path=ppt/slides/_rels/slide2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2.png"/></Relationships>
</file>

<file path=ppt/slides/_rels/slide2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3.png"/></Relationships>
</file>

<file path=ppt/slides/_rels/slide2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4.png"/></Relationships>
</file>

<file path=ppt/slides/_rels/slide2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5.png"/></Relationships>
</file>

<file path=ppt/slides/_rels/slide2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6.png"/></Relationships>
</file>

<file path=ppt/slides/_rels/slide2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7.png"/></Relationships>
</file>

<file path=ppt/slides/_rels/slide2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8.png"/></Relationships>
</file>

<file path=ppt/slides/_rels/slide2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9.png"/></Relationships>
</file>

<file path=ppt/slides/_rels/slide2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0.png"/></Relationships>
</file>

<file path=ppt/slides/_rels/slide2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1.png"/></Relationships>
</file>

<file path=ppt/slides/_rels/slide2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2.png"/></Relationships>
</file>

<file path=ppt/slides/_rels/slide2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3.png"/></Relationships>
</file>

<file path=ppt/slides/_rels/slide2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4.png"/></Relationships>
</file>

<file path=ppt/slides/_rels/slide2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5.png"/></Relationships>
</file>

<file path=ppt/slides/_rels/slide2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6.png"/></Relationships>
</file>

<file path=ppt/slides/_rels/slide2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7.png"/></Relationships>
</file>

<file path=ppt/slides/_rels/slide2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8.png"/></Relationships>
</file>

<file path=ppt/slides/_rels/slide2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9.png"/></Relationships>
</file>

<file path=ppt/slides/_rels/slide2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0.png"/></Relationships>
</file>

<file path=ppt/slides/_rels/slide2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1.png"/></Relationships>
</file>

<file path=ppt/slides/_rels/slide2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2.png"/></Relationships>
</file>

<file path=ppt/slides/_rels/slide2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3.png"/></Relationships>
</file>

<file path=ppt/slides/_rels/slide2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4.png"/></Relationships>
</file>

<file path=ppt/slides/_rels/slide2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5.png"/></Relationships>
</file>

<file path=ppt/slides/_rels/slide2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6.png"/></Relationships>
</file>

<file path=ppt/slides/_rels/slide2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7.png"/></Relationships>
</file>

<file path=ppt/slides/_rels/slide2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8.png"/></Relationships>
</file>

<file path=ppt/slides/_rels/slide2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9.png"/></Relationships>
</file>

<file path=ppt/slides/_rels/slide2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0.png"/></Relationships>
</file>

<file path=ppt/slides/_rels/slide2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1.png"/></Relationships>
</file>

<file path=ppt/slides/_rels/slide2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2.png"/></Relationships>
</file>

<file path=ppt/slides/_rels/slide2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3.png"/></Relationships>
</file>

<file path=ppt/slides/_rels/slide3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4.png"/></Relationships>
</file>

<file path=ppt/slides/_rels/slide3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5.png"/></Relationships>
</file>

<file path=ppt/slides/_rels/slide3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6.png"/></Relationships>
</file>

<file path=ppt/slides/_rels/slide3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7.png"/></Relationships>
</file>

<file path=ppt/slides/_rels/slide3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8.png"/></Relationships>
</file>

<file path=ppt/slides/_rels/slide3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9.png"/></Relationships>
</file>

<file path=ppt/slides/_rels/slide3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0.png"/></Relationships>
</file>

<file path=ppt/slides/_rels/slide3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1.png"/></Relationships>
</file>

<file path=ppt/slides/_rels/slide3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2.png"/></Relationships>
</file>

<file path=ppt/slides/_rels/slide3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3.png"/></Relationships>
</file>

<file path=ppt/slides/_rels/slide3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4.png"/></Relationships>
</file>

<file path=ppt/slides/_rels/slide3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5.png"/></Relationships>
</file>

<file path=ppt/slides/_rels/slide3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6.png"/></Relationships>
</file>

<file path=ppt/slides/_rels/slide3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7.png"/></Relationships>
</file>

<file path=ppt/slides/_rels/slide3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8.png"/></Relationships>
</file>

<file path=ppt/slides/_rels/slide3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9.png"/></Relationships>
</file>

<file path=ppt/slides/_rels/slide3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0.png"/></Relationships>
</file>

<file path=ppt/slides/_rels/slide3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1.png"/></Relationships>
</file>

<file path=ppt/slides/_rels/slide3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2.png"/></Relationships>
</file>

<file path=ppt/slides/_rels/slide3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3.png"/></Relationships>
</file>

<file path=ppt/slides/_rels/slide3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4.png"/></Relationships>
</file>

<file path=ppt/slides/_rels/slide3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5.png"/></Relationships>
</file>

<file path=ppt/slides/_rels/slide3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6.png"/></Relationships>
</file>

<file path=ppt/slides/_rels/slide3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7.png"/></Relationships>
</file>

<file path=ppt/slides/_rels/slide3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8.png"/></Relationships>
</file>

<file path=ppt/slides/_rels/slide3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9.png"/></Relationships>
</file>

<file path=ppt/slides/_rels/slide3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0.png"/></Relationships>
</file>

<file path=ppt/slides/_rels/slide3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1.png"/></Relationships>
</file>

<file path=ppt/slides/_rels/slide3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2.png"/></Relationships>
</file>

<file path=ppt/slides/_rels/slide3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3.png"/></Relationships>
</file>

<file path=ppt/slides/_rels/slide3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4.png"/></Relationships>
</file>

<file path=ppt/slides/_rels/slide3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5.png"/></Relationships>
</file>

<file path=ppt/slides/_rels/slide3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6.png"/></Relationships>
</file>

<file path=ppt/slides/_rels/slide3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7.png"/></Relationships>
</file>

<file path=ppt/slides/_rels/slide3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8.png"/></Relationships>
</file>

<file path=ppt/slides/_rels/slide3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9.png"/></Relationships>
</file>

<file path=ppt/slides/_rels/slide3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0.png"/></Relationships>
</file>

<file path=ppt/slides/_rels/slide3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1.png"/></Relationships>
</file>

<file path=ppt/slides/_rels/slide3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2.png"/></Relationships>
</file>

<file path=ppt/slides/_rels/slide3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3.png"/></Relationships>
</file>

<file path=ppt/slides/_rels/slide3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4.png"/></Relationships>
</file>

<file path=ppt/slides/_rels/slide3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5.png"/></Relationships>
</file>

<file path=ppt/slides/_rels/slide3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6.png"/></Relationships>
</file>

<file path=ppt/slides/_rels/slide3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7.png"/></Relationships>
</file>

<file path=ppt/slides/_rels/slide3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8.png"/></Relationships>
</file>

<file path=ppt/slides/_rels/slide3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9.png"/></Relationships>
</file>

<file path=ppt/slides/_rels/slide3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0.png"/></Relationships>
</file>

<file path=ppt/slides/_rels/slide3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1.png"/></Relationships>
</file>

<file path=ppt/slides/_rels/slide3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2.png"/></Relationships>
</file>

<file path=ppt/slides/_rels/slide3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3.png"/></Relationships>
</file>

<file path=ppt/slides/_rels/slide3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4.png"/></Relationships>
</file>

<file path=ppt/slides/_rels/slide3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5.png"/></Relationships>
</file>

<file path=ppt/slides/_rels/slide3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6.png"/></Relationships>
</file>

<file path=ppt/slides/_rels/slide3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7.png"/></Relationships>
</file>

<file path=ppt/slides/_rels/slide3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8.png"/></Relationships>
</file>

<file path=ppt/slides/_rels/slide3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9.png"/></Relationships>
</file>

<file path=ppt/slides/_rels/slide3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0.png"/></Relationships>
</file>

<file path=ppt/slides/_rels/slide3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1.png"/></Relationships>
</file>

<file path=ppt/slides/_rels/slide3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2.png"/></Relationships>
</file>

<file path=ppt/slides/_rels/slide3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3.png"/></Relationships>
</file>

<file path=ppt/slides/_rels/slide3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4.png"/></Relationships>
</file>

<file path=ppt/slides/_rels/slide3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5.png"/></Relationships>
</file>

<file path=ppt/slides/_rels/slide3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6.png"/></Relationships>
</file>

<file path=ppt/slides/_rels/slide3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7.png"/></Relationships>
</file>

<file path=ppt/slides/_rels/slide3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8.png"/></Relationships>
</file>

<file path=ppt/slides/_rels/slide3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9.png"/></Relationships>
</file>

<file path=ppt/slides/_rels/slide3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0.png"/></Relationships>
</file>

<file path=ppt/slides/_rels/slide3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1.png"/></Relationships>
</file>

<file path=ppt/slides/_rels/slide3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2.png"/></Relationships>
</file>

<file path=ppt/slides/_rels/slide3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3.png"/></Relationships>
</file>

<file path=ppt/slides/_rels/slide3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4.png"/></Relationships>
</file>

<file path=ppt/slides/_rels/slide3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5.png"/></Relationships>
</file>

<file path=ppt/slides/_rels/slide3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6.png"/></Relationships>
</file>

<file path=ppt/slides/_rels/slide3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7.png"/></Relationships>
</file>

<file path=ppt/slides/_rels/slide3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8.png"/></Relationships>
</file>

<file path=ppt/slides/_rels/slide3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9.png"/></Relationships>
</file>

<file path=ppt/slides/_rels/slide3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0.png"/></Relationships>
</file>

<file path=ppt/slides/_rels/slide3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1.png"/></Relationships>
</file>

<file path=ppt/slides/_rels/slide3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2.png"/></Relationships>
</file>

<file path=ppt/slides/_rels/slide3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3.png"/></Relationships>
</file>

<file path=ppt/slides/_rels/slide3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4.png"/></Relationships>
</file>

<file path=ppt/slides/_rels/slide3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5.png"/></Relationships>
</file>

<file path=ppt/slides/_rels/slide3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6.png"/></Relationships>
</file>

<file path=ppt/slides/_rels/slide3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7.png"/></Relationships>
</file>

<file path=ppt/slides/_rels/slide3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8.png"/></Relationships>
</file>

<file path=ppt/slides/_rels/slide3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9.png"/></Relationships>
</file>

<file path=ppt/slides/_rels/slide3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0.png"/></Relationships>
</file>

<file path=ppt/slides/_rels/slide3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1.png"/></Relationships>
</file>

<file path=ppt/slides/_rels/slide3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2.png"/></Relationships>
</file>

<file path=ppt/slides/_rels/slide3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3.png"/></Relationships>
</file>

<file path=ppt/slides/_rels/slide3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4.png"/></Relationships>
</file>

<file path=ppt/slides/_rels/slide3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5.png"/></Relationships>
</file>

<file path=ppt/slides/_rels/slide3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6.png"/></Relationships>
</file>

<file path=ppt/slides/_rels/slide3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7.png"/></Relationships>
</file>

<file path=ppt/slides/_rels/slide3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8.png"/></Relationships>
</file>

<file path=ppt/slides/_rels/slide4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9.png"/></Relationships>
</file>

<file path=ppt/slides/_rels/slide4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0.png"/></Relationships>
</file>

<file path=ppt/slides/_rels/slide4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1.png"/></Relationships>
</file>

<file path=ppt/slides/_rels/slide4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2.png"/></Relationships>
</file>

<file path=ppt/slides/_rels/slide4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3.png"/></Relationships>
</file>

<file path=ppt/slides/_rels/slide4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4.png"/></Relationships>
</file>

<file path=ppt/slides/_rels/slide4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5.png"/></Relationships>
</file>

<file path=ppt/slides/_rels/slide4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6.png"/></Relationships>
</file>

<file path=ppt/slides/_rels/slide4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7.png"/></Relationships>
</file>

<file path=ppt/slides/_rels/slide4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8.png"/></Relationships>
</file>

<file path=ppt/slides/_rels/slide4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9.png"/></Relationships>
</file>

<file path=ppt/slides/_rels/slide4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0.png"/></Relationships>
</file>

<file path=ppt/slides/_rels/slide4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1.png"/></Relationships>
</file>

<file path=ppt/slides/_rels/slide4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2.png"/></Relationships>
</file>

<file path=ppt/slides/_rels/slide4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3.png"/></Relationships>
</file>

<file path=ppt/slides/_rels/slide4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4.png"/></Relationships>
</file>

<file path=ppt/slides/_rels/slide4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5.png"/></Relationships>
</file>

<file path=ppt/slides/_rels/slide4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6.png"/></Relationships>
</file>

<file path=ppt/slides/_rels/slide4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7.png"/></Relationships>
</file>

<file path=ppt/slides/_rels/slide4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8.png"/></Relationships>
</file>

<file path=ppt/slides/_rels/slide4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9.png"/></Relationships>
</file>

<file path=ppt/slides/_rels/slide4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0.png"/></Relationships>
</file>

<file path=ppt/slides/_rels/slide4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1.png"/></Relationships>
</file>

<file path=ppt/slides/_rels/slide4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2.png"/></Relationships>
</file>

<file path=ppt/slides/_rels/slide4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3.png"/></Relationships>
</file>

<file path=ppt/slides/_rels/slide4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4.png"/></Relationships>
</file>

<file path=ppt/slides/_rels/slide4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5.png"/></Relationships>
</file>

<file path=ppt/slides/_rels/slide4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6.png"/></Relationships>
</file>

<file path=ppt/slides/_rels/slide4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7.png"/></Relationships>
</file>

<file path=ppt/slides/_rels/slide4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8.png"/></Relationships>
</file>

<file path=ppt/slides/_rels/slide4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9.png"/></Relationships>
</file>

<file path=ppt/slides/_rels/slide4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0.png"/></Relationships>
</file>

<file path=ppt/slides/_rels/slide4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1.png"/></Relationships>
</file>

<file path=ppt/slides/_rels/slide4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2.png"/></Relationships>
</file>

<file path=ppt/slides/_rels/slide4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3.png"/></Relationships>
</file>

<file path=ppt/slides/_rels/slide4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4.png"/></Relationships>
</file>

<file path=ppt/slides/_rels/slide4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5.png"/></Relationships>
</file>

<file path=ppt/slides/_rels/slide4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6.png"/></Relationships>
</file>

<file path=ppt/slides/_rels/slide4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7.png"/></Relationships>
</file>

<file path=ppt/slides/_rels/slide4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8.png"/></Relationships>
</file>

<file path=ppt/slides/_rels/slide4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9.png"/></Relationships>
</file>

<file path=ppt/slides/_rels/slide4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0.png"/></Relationships>
</file>

<file path=ppt/slides/_rels/slide4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1.png"/></Relationships>
</file>

<file path=ppt/slides/_rels/slide4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2.png"/></Relationships>
</file>

<file path=ppt/slides/_rels/slide4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3.png"/></Relationships>
</file>

<file path=ppt/slides/_rels/slide4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4.png"/></Relationships>
</file>

<file path=ppt/slides/_rels/slide4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5.png"/></Relationships>
</file>

<file path=ppt/slides/_rels/slide4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6.png"/></Relationships>
</file>

<file path=ppt/slides/_rels/slide4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7.png"/></Relationships>
</file>

<file path=ppt/slides/_rels/slide4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8.png"/></Relationships>
</file>

<file path=ppt/slides/_rels/slide4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9.png"/></Relationships>
</file>

<file path=ppt/slides/_rels/slide4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0.png"/></Relationships>
</file>

<file path=ppt/slides/_rels/slide4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1.png"/></Relationships>
</file>

<file path=ppt/slides/_rels/slide4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2.png"/></Relationships>
</file>

<file path=ppt/slides/_rels/slide4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3.png"/></Relationships>
</file>

<file path=ppt/slides/_rels/slide4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4.png"/></Relationships>
</file>

<file path=ppt/slides/_rels/slide4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5.png"/></Relationships>
</file>

<file path=ppt/slides/_rels/slide4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6.png"/></Relationships>
</file>

<file path=ppt/slides/_rels/slide4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7.png"/></Relationships>
</file>

<file path=ppt/slides/_rels/slide4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8.png"/></Relationships>
</file>

<file path=ppt/slides/_rels/slide4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9.png"/></Relationships>
</file>

<file path=ppt/slides/_rels/slide4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0.png"/></Relationships>
</file>

<file path=ppt/slides/_rels/slide4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1.png"/></Relationships>
</file>

<file path=ppt/slides/_rels/slide4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2.png"/></Relationships>
</file>

<file path=ppt/slides/_rels/slide4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3.png"/></Relationships>
</file>

<file path=ppt/slides/_rels/slide4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4.png"/></Relationships>
</file>

<file path=ppt/slides/_rels/slide4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5.png"/></Relationships>
</file>

<file path=ppt/slides/_rels/slide4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6.png"/></Relationships>
</file>

<file path=ppt/slides/_rels/slide4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7.png"/></Relationships>
</file>

<file path=ppt/slides/_rels/slide4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8.png"/></Relationships>
</file>

<file path=ppt/slides/_rels/slide4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9.png"/></Relationships>
</file>

<file path=ppt/slides/_rels/slide4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0.png"/></Relationships>
</file>

<file path=ppt/slides/_rels/slide4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1.png"/></Relationships>
</file>

<file path=ppt/slides/_rels/slide4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2.png"/></Relationships>
</file>

<file path=ppt/slides/_rels/slide4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3.png"/></Relationships>
</file>

<file path=ppt/slides/_rels/slide4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4.png"/></Relationships>
</file>

<file path=ppt/slides/_rels/slide4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5.png"/></Relationships>
</file>

<file path=ppt/slides/_rels/slide4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6.png"/></Relationships>
</file>

<file path=ppt/slides/_rels/slide4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7.png"/></Relationships>
</file>

<file path=ppt/slides/_rels/slide4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8.png"/></Relationships>
</file>

<file path=ppt/slides/_rels/slide4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9.png"/></Relationships>
</file>

<file path=ppt/slides/_rels/slide4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0.png"/></Relationships>
</file>

<file path=ppt/slides/_rels/slide4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1.png"/></Relationships>
</file>

<file path=ppt/slides/_rels/slide4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2.png"/></Relationships>
</file>

<file path=ppt/slides/_rels/slide4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3.png"/></Relationships>
</file>

<file path=ppt/slides/_rels/slide4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4.png"/></Relationships>
</file>

<file path=ppt/slides/_rels/slide4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5.png"/></Relationships>
</file>

<file path=ppt/slides/_rels/slide4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6.png"/></Relationships>
</file>

<file path=ppt/slides/_rels/slide4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7.png"/></Relationships>
</file>

<file path=ppt/slides/_rels/slide4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8.png"/></Relationships>
</file>

<file path=ppt/slides/_rels/slide4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9.png"/></Relationships>
</file>

<file path=ppt/slides/_rels/slide4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0.png"/></Relationships>
</file>

<file path=ppt/slides/_rels/slide4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1.png"/></Relationships>
</file>

<file path=ppt/slides/_rels/slide4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2.png"/></Relationships>
</file>

<file path=ppt/slides/_rels/slide4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3.png"/></Relationships>
</file>

<file path=ppt/slides/_rels/slide4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4.png"/></Relationships>
</file>

<file path=ppt/slides/_rels/slide5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5.png"/></Relationships>
</file>

<file path=ppt/slides/_rels/slide5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6.png"/></Relationships>
</file>

<file path=ppt/slides/_rels/slide5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7.png"/></Relationships>
</file>

<file path=ppt/slides/_rels/slide5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8.png"/></Relationships>
</file>

<file path=ppt/slides/_rels/slide5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9.png"/></Relationships>
</file>

<file path=ppt/slides/_rels/slide5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0.png"/></Relationships>
</file>

<file path=ppt/slides/_rels/slide5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1.png"/></Relationships>
</file>

<file path=ppt/slides/_rels/slide5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2.png"/></Relationships>
</file>

<file path=ppt/slides/_rels/slide5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3.png"/></Relationships>
</file>

<file path=ppt/slides/_rels/slide5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4.png"/></Relationships>
</file>

<file path=ppt/slides/_rels/slide5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5.png"/></Relationships>
</file>

<file path=ppt/slides/_rels/slide5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6.png"/></Relationships>
</file>

<file path=ppt/slides/_rels/slide5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7.png"/></Relationships>
</file>

<file path=ppt/slides/_rels/slide5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8.png"/></Relationships>
</file>

<file path=ppt/slides/_rels/slide5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9.png"/></Relationships>
</file>

<file path=ppt/slides/_rels/slide5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0.png"/></Relationships>
</file>

<file path=ppt/slides/_rels/slide5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1.png"/></Relationships>
</file>

<file path=ppt/slides/_rels/slide5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2.png"/></Relationships>
</file>

<file path=ppt/slides/_rels/slide5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3.png"/></Relationships>
</file>

<file path=ppt/slides/_rels/slide5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4.png"/></Relationships>
</file>

<file path=ppt/slides/_rels/slide5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5.png"/></Relationships>
</file>

<file path=ppt/slides/_rels/slide5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6.png"/></Relationships>
</file>

<file path=ppt/slides/_rels/slide5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7.png"/></Relationships>
</file>

<file path=ppt/slides/_rels/slide5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8.png"/></Relationships>
</file>

<file path=ppt/slides/_rels/slide5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9.png"/></Relationships>
</file>

<file path=ppt/slides/_rels/slide5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0.png"/></Relationships>
</file>

<file path=ppt/slides/_rels/slide5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1.png"/></Relationships>
</file>

<file path=ppt/slides/_rels/slide5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2.png"/></Relationships>
</file>

<file path=ppt/slides/_rels/slide5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3.png"/></Relationships>
</file>

<file path=ppt/slides/_rels/slide5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4.png"/></Relationships>
</file>

<file path=ppt/slides/_rels/slide5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5.png"/></Relationships>
</file>

<file path=ppt/slides/_rels/slide5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6.png"/></Relationships>
</file>

<file path=ppt/slides/_rels/slide5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7.png"/></Relationships>
</file>

<file path=ppt/slides/_rels/slide5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8.png"/></Relationships>
</file>

<file path=ppt/slides/_rels/slide5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9.png"/></Relationships>
</file>

<file path=ppt/slides/_rels/slide5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0.png"/></Relationships>
</file>

<file path=ppt/slides/_rels/slide5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1.png"/></Relationships>
</file>

<file path=ppt/slides/_rels/slide5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2.png"/></Relationships>
</file>

<file path=ppt/slides/_rels/slide5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3.png"/></Relationships>
</file>

<file path=ppt/slides/_rels/slide5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4.png"/></Relationships>
</file>

<file path=ppt/slides/_rels/slide5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5.png"/></Relationships>
</file>

<file path=ppt/slides/_rels/slide5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6.png"/></Relationships>
</file>

<file path=ppt/slides/_rels/slide5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7.png"/></Relationships>
</file>

<file path=ppt/slides/_rels/slide5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8.png"/></Relationships>
</file>

<file path=ppt/slides/_rels/slide5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9.png"/></Relationships>
</file>

<file path=ppt/slides/_rels/slide5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0.png"/></Relationships>
</file>

<file path=ppt/slides/_rels/slide5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1.png"/></Relationships>
</file>

<file path=ppt/slides/_rels/slide5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2.png"/></Relationships>
</file>

<file path=ppt/slides/_rels/slide5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3.png"/></Relationships>
</file>

<file path=ppt/slides/_rels/slide5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4.png"/></Relationships>
</file>

<file path=ppt/slides/_rels/slide5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5.png"/></Relationships>
</file>

<file path=ppt/slides/_rels/slide5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6.png"/></Relationships>
</file>

<file path=ppt/slides/_rels/slide5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7.png"/></Relationships>
</file>

<file path=ppt/slides/_rels/slide5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8.png"/></Relationships>
</file>

<file path=ppt/slides/_rels/slide5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9.png"/></Relationships>
</file>

<file path=ppt/slides/_rels/slide5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0.png"/></Relationships>
</file>

<file path=ppt/slides/_rels/slide5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1.png"/></Relationships>
</file>

<file path=ppt/slides/_rels/slide5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2.png"/></Relationships>
</file>

<file path=ppt/slides/_rels/slide5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3.png"/></Relationships>
</file>

<file path=ppt/slides/_rels/slide5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4.png"/></Relationships>
</file>

<file path=ppt/slides/_rels/slide5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5.png"/></Relationships>
</file>

<file path=ppt/slides/_rels/slide5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6.png"/></Relationships>
</file>

<file path=ppt/slides/_rels/slide5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7.png"/></Relationships>
</file>

<file path=ppt/slides/_rels/slide5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8.png"/></Relationships>
</file>

<file path=ppt/slides/_rels/slide5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9.png"/></Relationships>
</file>

<file path=ppt/slides/_rels/slide5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0.png"/></Relationships>
</file>

<file path=ppt/slides/_rels/slide5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1.png"/></Relationships>
</file>

<file path=ppt/slides/_rels/slide5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2.png"/></Relationships>
</file>

<file path=ppt/slides/_rels/slide5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3.png"/></Relationships>
</file>

<file path=ppt/slides/_rels/slide5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4.png"/></Relationships>
</file>

<file path=ppt/slides/_rels/slide5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5.png"/></Relationships>
</file>

<file path=ppt/slides/_rels/slide5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6.png"/></Relationships>
</file>

<file path=ppt/slides/_rels/slide5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7.png"/></Relationships>
</file>

<file path=ppt/slides/_rels/slide5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8.png"/></Relationships>
</file>

<file path=ppt/slides/_rels/slide5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9.png"/></Relationships>
</file>

<file path=ppt/slides/_rels/slide5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0.png"/></Relationships>
</file>

<file path=ppt/slides/_rels/slide5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1.png"/></Relationships>
</file>

<file path=ppt/slides/_rels/slide5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2.png"/></Relationships>
</file>

<file path=ppt/slides/_rels/slide5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3.png"/></Relationships>
</file>

<file path=ppt/slides/_rels/slide5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4.png"/></Relationships>
</file>

<file path=ppt/slides/_rels/slide5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5.png"/></Relationships>
</file>

<file path=ppt/slides/_rels/slide5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6.png"/></Relationships>
</file>

<file path=ppt/slides/_rels/slide5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7.png"/></Relationships>
</file>

<file path=ppt/slides/_rels/slide5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8.png"/></Relationships>
</file>

<file path=ppt/slides/_rels/slide5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9.png"/></Relationships>
</file>

<file path=ppt/slides/_rels/slide5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0.png"/></Relationships>
</file>

<file path=ppt/slides/_rels/slide5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1.png"/></Relationships>
</file>

<file path=ppt/slides/_rels/slide5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2.png"/></Relationships>
</file>

<file path=ppt/slides/_rels/slide5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3.png"/></Relationships>
</file>

<file path=ppt/slides/_rels/slide5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4.png"/></Relationships>
</file>

<file path=ppt/slides/_rels/slide5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5.png"/></Relationships>
</file>

<file path=ppt/slides/_rels/slide5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6.png"/></Relationships>
</file>

<file path=ppt/slides/_rels/slide5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7.png"/></Relationships>
</file>

<file path=ppt/slides/_rels/slide6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8.png"/></Relationships>
</file>

<file path=ppt/slides/_rels/slide6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9.png"/></Relationships>
</file>

<file path=ppt/slides/_rels/slide6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0.png"/></Relationships>
</file>

<file path=ppt/slides/_rels/slide6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1.png"/></Relationships>
</file>

<file path=ppt/slides/_rels/slide6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2.png"/></Relationships>
</file>

<file path=ppt/slides/_rels/slide6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3.png"/></Relationships>
</file>

<file path=ppt/slides/_rels/slide6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4.png"/></Relationships>
</file>

<file path=ppt/slides/_rels/slide6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5.png"/></Relationships>
</file>

<file path=ppt/slides/_rels/slide6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6.png"/></Relationships>
</file>

<file path=ppt/slides/_rels/slide6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7.png"/></Relationships>
</file>

<file path=ppt/slides/_rels/slide6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8.png"/></Relationships>
</file>

<file path=ppt/slides/_rels/slide6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9.png"/></Relationships>
</file>

<file path=ppt/slides/_rels/slide6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0.png"/></Relationships>
</file>

<file path=ppt/slides/_rels/slide6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1.png"/></Relationships>
</file>

<file path=ppt/slides/_rels/slide6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2.png"/></Relationships>
</file>

<file path=ppt/slides/_rels/slide6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3.png"/></Relationships>
</file>

<file path=ppt/slides/_rels/slide6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4.png"/></Relationships>
</file>

<file path=ppt/slides/_rels/slide6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5.png"/></Relationships>
</file>

<file path=ppt/slides/_rels/slide6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6.png"/></Relationships>
</file>

<file path=ppt/slides/_rels/slide6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7.png"/></Relationships>
</file>

<file path=ppt/slides/_rels/slide6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8.png"/></Relationships>
</file>

<file path=ppt/slides/_rels/slide6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9.png"/></Relationships>
</file>

<file path=ppt/slides/_rels/slide6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0.png"/></Relationships>
</file>

<file path=ppt/slides/_rels/slide6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1.png"/></Relationships>
</file>

<file path=ppt/slides/_rels/slide6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2.png"/></Relationships>
</file>

<file path=ppt/slides/_rels/slide6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3.png"/></Relationships>
</file>

<file path=ppt/slides/_rels/slide6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4.png"/></Relationships>
</file>

<file path=ppt/slides/_rels/slide6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5.png"/></Relationships>
</file>

<file path=ppt/slides/_rels/slide6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6.png"/></Relationships>
</file>

<file path=ppt/slides/_rels/slide6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 i="0">
                <a:solidFill>
                  <a:srgbClr val="2B2018"/>
                </a:solidFill>
              </a:defRPr>
            </a:pPr>
            <a:r>
              <a:t>Datahub de Análise Racial no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38328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0">
                <a:solidFill>
                  <a:srgbClr val="5C4F3F"/>
                </a:solidFill>
              </a:defRPr>
            </a:pPr>
            <a:r>
              <a:t>Renda por raça — árvore cruzada (Raça × Gênero × Faixa/Geração × Escolaridade)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8F8271"/>
                </a:solidFill>
              </a:defRPr>
            </a:pPr>
            <a:r>
              <a:t>PNAD Contínua Trimestral (2012–2026) · cada gráfico aparece em um único slide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0D9086"/>
                </a:solidFill>
              </a:defRPr>
            </a:pPr>
            <a:r>
              <a:t>Índice — árvore de renda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577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1. Raça  —  4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2. Raça × Gênero  —  11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3. Raça × Faixa Etária  —  19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4. Raça × Geração  —  19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5. Raça × Escolaridade  —  28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6. Raça × Gênero × Faixa Etária  —  38 slides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188720"/>
            <a:ext cx="5577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7. Raça × Gênero × Geração  —  38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8. Raça × Gênero × Escolaridade  —  55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9. Raça × Gênero × Faixa Etária × Escolaridade  —  115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10. Raça × Gênero × Geração × Escolaridade  —  115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11. Raça × Geração × Escolaridade (ambos os gêneros)  —  58 slides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Leitura principal (Ondas 1 e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Estudos com ficha, hipóteses escritas antes de rodar e IC design-based (docs/studies).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Como o hiato mudou no tempo (Onda 2, Bloco B)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Erro-padrão robusto a autocorrelação (EWC). Fichas B1–B6.</a:t>
            </a:r>
          </a:p>
        </p:txBody>
      </p:sp>
      <p:pic>
        <p:nvPicPr>
          <p:cNvPr id="3" name="Picture 2" descr="onda2_b1_degraus_hia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40" y="868680"/>
            <a:ext cx="10238014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A queda de 2012–2026 é um degrau em 2022 (−5,0 p.p.; IC −6,8 a −3,1); sem tendência contínua, e plana desde 2022 (B1).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Erro-padrão robusto a autocorrelação (EWC). Fichas B1–B6.</a:t>
            </a:r>
          </a:p>
        </p:txBody>
      </p:sp>
      <p:pic>
        <p:nvPicPr>
          <p:cNvPr id="3" name="Picture 2" descr="onda2_b6_projecao_condi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40" y="868680"/>
            <a:ext cx="10238014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Projeção condicional: no ritmo de 2012–26, zero por volta de 2110 (2079–2231); no ritmo desde 2022, sem data (B6).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Erro-padrão robusto a autocorrelação (EWC). Fichas B1–B6.</a:t>
            </a:r>
          </a:p>
        </p:txBody>
      </p:sp>
      <p:pic>
        <p:nvPicPr>
          <p:cNvPr id="3" name="Picture 2" descr="onda2_b3_hiato_quantis_jane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593" y="868680"/>
            <a:ext cx="9476509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Na base (P10) o hiato aumentou (+0,08 lp); no salário mínimo caiu pouco; no topo (P90) não mudou (B3).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Erro-padrão robusto a autocorrelação (EWC). Fichas B1–B6.</a:t>
            </a:r>
          </a:p>
        </p:txBody>
      </p:sp>
      <p:pic>
        <p:nvPicPr>
          <p:cNvPr id="3" name="Picture 2" descr="onda2_b4_efeitos_coo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593" y="868680"/>
            <a:ext cx="9476509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Quem nasceu depois de 1990 tem hiato menor na mesma idade (25–34: 0,48 → 0,44 lp), sob restrição declarada (B4).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Quem fica de fora e a população inteira (Onda 1, Blocos S e 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Fichas S0–S1.5, T, T4.</a:t>
            </a:r>
          </a:p>
        </p:txBody>
      </p:sp>
      <p:pic>
        <p:nvPicPr>
          <p:cNvPr id="3" name="Picture 2" descr="onda1_s1_hiato_por_popul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868680"/>
            <a:ext cx="11338560" cy="47970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Contando todos os adultos (quem não tem renda entra com zero), o hiato é maior, sobretudo entre mulheres (S1).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Fichas S0–S1.5, T, T4.</a:t>
            </a:r>
          </a:p>
        </p:txBody>
      </p:sp>
      <p:pic>
        <p:nvPicPr>
          <p:cNvPr id="3" name="Picture 2" descr="onda1_s14_margens_hia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868680"/>
            <a:ext cx="11338560" cy="47970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Cerca de 9 em 10 partes do hiato por adulto vêm da renda por hora; entre mulheres, 15% vêm de estar menos ocupadas (S1.4).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Fichas S0–S1.5, T, T4.</a:t>
            </a:r>
          </a:p>
        </p:txBody>
      </p:sp>
      <p:pic>
        <p:nvPicPr>
          <p:cNvPr id="3" name="Picture 2" descr="onda1_s15_selecao_no_tem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868680"/>
            <a:ext cx="11338560" cy="47970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A desvantagem negra em estar ocupado com renda cresceu na crise de 2015–19 e voltou ao nível de 2012 (S1.5).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Fichas S0–S1.5, T, T4.</a:t>
            </a:r>
          </a:p>
        </p:txBody>
      </p:sp>
      <p:pic>
        <p:nvPicPr>
          <p:cNvPr id="3" name="Picture 2" descr="onda1_t1_hiato_domiciliar_per_capi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593" y="868680"/>
            <a:ext cx="9476509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domiciliar per capita: hiato de 99% (2012) para 82% (2025), população inteira (T1).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anual (Visita 1; Visita 5 em 2020–21) e trimestral. Renda domiciliar per capita (VD5008). Elaboração própria.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Fichas S0–S1.5, T, T4.</a:t>
            </a:r>
          </a:p>
        </p:txBody>
      </p:sp>
      <p:pic>
        <p:nvPicPr>
          <p:cNvPr id="3" name="Picture 2" descr="onda1_t2_pobreza_meio_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593" y="868680"/>
            <a:ext cx="9476509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Abaixo de ½ salário mínimo per capita: 29% das pessoas negras e 15% das brancas em 2025 (T2).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anual (Visita 1; Visita 5 em 2020–21) e trimestral. Renda domiciliar per capita (VD5008). Elaboração própria.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Fichas S0–S1.5, T, T4.</a:t>
            </a:r>
          </a:p>
        </p:txBody>
      </p:sp>
      <p:pic>
        <p:nvPicPr>
          <p:cNvPr id="3" name="Picture 2" descr="onda1_t4_topo_base_domicili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868680"/>
            <a:ext cx="11338560" cy="47970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Chance de estar entre os 10% mais ricos: ~1/4 da de pessoas brancas, sem mudança desde 2012 (T4).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anual (Visita 1; Visita 5 em 2020–21) e trimestral. Renda domiciliar per capita (VD5008). Elaboração própria.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(Onda 2, Bloco C)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Fichas C1–C6.</a:t>
            </a:r>
          </a:p>
        </p:txBody>
      </p:sp>
      <p:pic>
        <p:nvPicPr>
          <p:cNvPr id="3" name="Picture 2" descr="onda2_c1_celulas_pct_homem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868680"/>
            <a:ext cx="11338560" cy="47970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Entre ocupados, mulheres negras ganham 47% do que ganham homens brancos; entre todos os adultos, 32% (C1).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Fichas C1–C6.</a:t>
            </a:r>
          </a:p>
        </p:txBody>
      </p:sp>
      <p:pic>
        <p:nvPicPr>
          <p:cNvPr id="3" name="Picture 2" descr="onda2_c3_shapley_raca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4232" y="868680"/>
            <a:ext cx="1002323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Da distância homem branco − mulher negra entre ocupados, ~2/3 se associam a raça e ~1/3 a gênero (Shapley; C3).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anual (Visita 1; Visita 5 em 2020–21) e trimestral. Renda domiciliar per capita (VD5008). Elaboração própria.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Fichas C1–C6.</a:t>
            </a:r>
          </a:p>
        </p:txBody>
      </p:sp>
      <p:pic>
        <p:nvPicPr>
          <p:cNvPr id="3" name="Picture 2" descr="onda2_c4_penalidade_matern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4232" y="868680"/>
            <a:ext cx="1002323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Ter filho de 0–5 anos: −16 p.p. na chance de ocupação com renda para mães negras, −14 para brancas (C4).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Fichas C1–C6.</a:t>
            </a:r>
          </a:p>
        </p:txBody>
      </p:sp>
      <p:pic>
        <p:nvPicPr>
          <p:cNvPr id="3" name="Picture 2" descr="onda2_c5_trabalho_domest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593" y="868680"/>
            <a:ext cx="9476509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Trabalho doméstico: 14% das ocupadas negras, 8% das brancas — razão estável desde 2012 (C5).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1.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1 de renda · 3 de hiato · Renda por raça (Branca / Negra=Preta+Parda / Indígena): série 2012–2026. Hiato: série separada por comparação (vs. Negra / vs. Indígena); o snapshot é 1 gráfico com as 2 barras. Série de Indígena suavizada (amostra pequena).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raca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raca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Raça (Brasil)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raca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Raça (Brasil)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Branca vs. Negra e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raca_hiato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2066" y="1536192"/>
            <a:ext cx="642756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e Branca vs. Indígena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2.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3 de renda · 8 de hiato · Renda: série combinada (Homens tracejado, Mulheres sólido) + Mulheres + Homens. Hiato: série (combinada + por gênero) e snapshot, cada comparação em seu slide.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e gênero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rg_comb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47" y="1536192"/>
            <a:ext cx="107214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e gênero — série (6 linhas).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— Mulheres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rg_mulheres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— Homens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rg_homens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gênero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rg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sexo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gênero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rg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sexo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— Mulheres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rg_hiato_mulheres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rg_hiato_mulheres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— Homens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rg_hiato_homens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rg_hiato_homens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gênero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rg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0606" y="1536192"/>
            <a:ext cx="693048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sexo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gênero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rg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0606" y="1536192"/>
            <a:ext cx="693048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sexo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3. Raça × Faixa Etária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7 de renda · 12 de hiato · Renda: série combinada em 3 slides (um por raça) + uma por faixa. Hiato: série (combinada + por faixa, com a faixa no título) e snapshot, cada comparação em seu slide.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Branca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Negra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Indígena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18-24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18_24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18-24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25-39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25_39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25-39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40-59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40_59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40-59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60+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60mais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60+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faixa etaria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faixa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faixa etaria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faixa etaria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faixa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faixa etaria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18-24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faixa_18_24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18-24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18-24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faixa_18_24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18-24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25-39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faixa_25_39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25-39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25-39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faixa_25_39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25-39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40-59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faixa_40_59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40-59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40-59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faixa_40_59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40-59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60+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faixa_60mais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60+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60+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faixa_60mais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60+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faixa etaria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faixa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faixa etaria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faixa etaria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faixa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faixa etaria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4. Raça × Geração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7 de renda · 12 de hiato · Idem por geração (mesma coorte de nascimento).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Branca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Negra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Indígena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baby_boomer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geracao_x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millennia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geracao_z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geracao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racao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geracao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geracao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racao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geracao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racao_baby_boomer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Baby Boomer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racao_baby_boomer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Baby Boomer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racao_geracao_x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Geração X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racao_geracao_x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Geração X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racao_millennia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Millennial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racao_millennia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Millennial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racao_geracao_z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Geração Z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racao_geracao_z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162" y="1536192"/>
            <a:ext cx="1066137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Geração Z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geracao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geracao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geracao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geracao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geracao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geracao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5. Raça × Escolaridade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10 de renda · 18 de hiato · Idem por nível de instrução (7 níveis).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Branca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Negra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Indígena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nivel instrucao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156" y="1536192"/>
            <a:ext cx="1068538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nivel instrucao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nivel instrucao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153" y="1536192"/>
            <a:ext cx="1069738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nivel instrucao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sem_instrucao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Sem instrução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sem_instrucao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fundamental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Fundamental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fundamental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fundamental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Fundamental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fundamental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medio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Médio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medio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medio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Médio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medio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superior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Superior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superior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162" y="1536192"/>
            <a:ext cx="1066137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escol_superior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Superior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escol_superior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nivel instrucao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escol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286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nivel instrucao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por nivel instrucao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escol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286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nivel instrucao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6. Raça × Gênero × Faixa Etária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14 de renda · 24 de hiato · Quebra CRUZADA gênero×faixa. Por gênero: renda (série combinada + uma por faixa) + hiato por comparação (série combinada, série por faixa, snapshot).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— Mulheres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Branca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Negra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Indígena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18_24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25_39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40_59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mulheres_60mais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mulheres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faixa etaria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mulheres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faixa etaria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18-24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mulheres_18_24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18-24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18-24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mulheres_18_24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18-24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25-39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mulheres_25_39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25-39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25-39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mulheres_25_39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25-39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40-59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mulheres_40_59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40-59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40-59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mulheres_40_59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40-59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60+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mulheres_60mais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60+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60+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mulheres_60mais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21524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60+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fx_mulheres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faixa etaria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fx_mulheres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faixa etaria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— Homens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Branca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Negra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faixa etaria — Indígena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18_24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25_39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40_59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x_homens_60mais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homens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faixa etaria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homens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faixa etaria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18-24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homens_18_24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18-24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18-24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homens_18_24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18-24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25-39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homens_25_39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25-39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25-39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homens_25_39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25-39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40-59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homens_40_59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40-59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40-59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homens_40_59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40-59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60+ anos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fx_homens_60mais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60+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60+ anos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fx_homens_60mais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60+ anos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fx_homens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faixa etaria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faixa etaria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fx_homens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faixa etaria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7. Raça × Gênero × Geração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14 de renda · 24 de hiato · Quebra CRUZADA gênero×geração.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— Mulheres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Branca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Negra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Indígena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baby_boomer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geracao_x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millennia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es_geracao_z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mulheres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geracao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mulheres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geracao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Baby Boomer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mulheres_baby_boomer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Baby Boomer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Baby Boomer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mulheres_baby_boomer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Baby Boomer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Geração X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mulheres_geracao_x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Geração X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Geração X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mulheres_geracao_x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Geração X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Millennial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mulheres_millennia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Millennial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Millennial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mulheres_millennia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Millennial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Geração Z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mulheres_geracao_z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Geração Z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Geração Z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mulheres_geracao_z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6644" y="1536192"/>
            <a:ext cx="477840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Geração Z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ge_mulheres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geracao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ge_mulheres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geracao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— Homens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Branca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Negra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geracao — Indígena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baby_boomer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geracao_x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millennia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ns_geracao_z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homens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geracao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homens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geracao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Baby Boomer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homens_baby_boomer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Baby Boomer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Baby Boomer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homens_baby_boomer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Baby Boomer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Geração X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homens_geracao_x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Geração X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Geração X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homens_geracao_x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Geração X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Millennial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homens_millennia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Millennial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Millennial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homens_millennia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Millennial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Geração Z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ge_homens_geracao_z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Geração Z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Geração Z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ge_homens_geracao_z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422" y="1536192"/>
            <a:ext cx="1041285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Geração Z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ge_homens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geracao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geracao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ge_homens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5" y="1536192"/>
            <a:ext cx="76296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geracao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8. Raça × Gênero × Escolaridade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20 de renda · 35 de hiato · Quebra CRUZADA gênero×escolaridade.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Escolaridade — Mulheres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Branca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Negra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Mulheres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Indígena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mulheres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153" y="1536192"/>
            <a:ext cx="1069738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nivel instrucao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153" y="1536192"/>
            <a:ext cx="1069738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nivel instrucao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sem_instrucao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fundamental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Fundamental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fundamental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fundamental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Fundamental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fundamental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332" y="1536192"/>
            <a:ext cx="998903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medio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Médio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medio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241" y="1536192"/>
            <a:ext cx="1034921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medio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Médio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medio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superior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Superior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superior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232" y="1536192"/>
            <a:ext cx="1038523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mulheres_superior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Mulheres ·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 · Superior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mulheres_superior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Mulheres ·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Mulheres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es_mulheres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286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nivel instrucao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Mulheres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es_mulheres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286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nivel instrucao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Escolaridade — Homens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Branca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comb_serie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Branca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comb_serie_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Negra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— Homens —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comb_serie_indige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144" y="1536192"/>
            <a:ext cx="1073340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nivel instrucao — Indígena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s_homens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hiato_comb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156" y="1536192"/>
            <a:ext cx="1068538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por nivel instrucao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hiato_comb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153" y="1536192"/>
            <a:ext cx="1069738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por nivel instrucao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sem_instrucao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Sem instrução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sem_instrucao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fundamental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Fundamental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fundamental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fundamental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Fundamental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fundamental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medio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Médio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medio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50" y="1536192"/>
            <a:ext cx="1070939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medio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Médio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medio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superior_in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Superior incompl.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superior_in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5888" y="1536192"/>
            <a:ext cx="777991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</a:t>
            </a:r>
          </a:p>
        </p:txBody>
      </p:sp>
      <p:pic>
        <p:nvPicPr>
          <p:cNvPr id="4" name="Picture 3" descr="arv_ges_homens_superior_compl_hiato_serie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Negra — Homens ·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 · Superior compl.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série de Indígena suavizada (média móvel centrada de 4 trimestres, amostra pequena)</a:t>
            </a:r>
          </a:p>
        </p:txBody>
      </p:sp>
      <p:pic>
        <p:nvPicPr>
          <p:cNvPr id="4" name="Picture 3" descr="arv_ges_homens_superior_compl_hiato_serie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156" y="1536192"/>
            <a:ext cx="1068538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de renda Branca vs. Indígena — Homens ·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Homens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es_homens_hiato_snapshot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286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nivel instrucao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por nivel instrucao — Homens — Branca vs. Indígena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es_homens_hiato_snapsho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2866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nivel instrucao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9. Raça × Gênero × Faixa Etária × Escolaridade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56 de renda · 59 de hiato · Quebra CRUZADA gênero×faixa×escolaridade — 70 células (série de renda + série de hiato Branca-vs-Negra por célula). Indígena via 2 heatmaps por gênero (vs. Negra / vs. Indígena).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× Escolaridade — Mulheres</a:t>
            </a:r>
          </a:p>
        </p:txBody>
      </p:sp>
    </p:spTree>
  </p:cSld>
  <p:clrMapOvr>
    <a:masterClrMapping/>
  </p:clrMapOvr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18-24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18_24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18-24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18-24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18_24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18-24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18-24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18_24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18-24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18-24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18_24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18-24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18-24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18_24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18-24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18_24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18-24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18-24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18_24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18-24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25_39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25-39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25-39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25_39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25-39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40_59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40-59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40-59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40_59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40-59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2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77" y="1536192"/>
            <a:ext cx="1060134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es_60mais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60+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60+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mulheres_60mais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60+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× Escolaridade — Homens</a:t>
            </a:r>
          </a:p>
        </p:txBody>
      </p:sp>
    </p:spTree>
  </p:cSld>
  <p:clrMapOvr>
    <a:masterClrMapping/>
  </p:clrMapOvr>
</p:sld>
</file>

<file path=ppt/slides/slide3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18_24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18-24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18-24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18_24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18-24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25_39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25-39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25-39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25_39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25-39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40_59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40-59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40-59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40_59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40-59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ns_60mais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60+ anos,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60+ anos,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fe_homens_60mais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60+ anos,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× Escolaridade — Mulheres</a:t>
            </a:r>
          </a:p>
        </p:txBody>
      </p:sp>
    </p:spTree>
  </p:cSld>
  <p:clrMapOvr>
    <a:masterClrMapping/>
  </p:clrMapOvr>
</p:sld>
</file>

<file path=ppt/slides/slide3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 — Mulheres: faixa etaria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fe_mulheres_hiato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867" y="1536192"/>
            <a:ext cx="856596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faixa etaria e escolaridade, só mulheres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Indígena — Mulheres: faixa etaria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fe_mulheres_hiato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867" y="1536192"/>
            <a:ext cx="856596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faixa etaria e escolaridade, só mulheres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× Escolaridade — Homens</a:t>
            </a:r>
          </a:p>
        </p:txBody>
      </p:sp>
    </p:spTree>
  </p:cSld>
  <p:clrMapOvr>
    <a:masterClrMapping/>
  </p:clrMapOvr>
</p:sld>
</file>

<file path=ppt/slides/slide3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 — Homens: faixa etaria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fe_homens_hiato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867" y="1536192"/>
            <a:ext cx="856596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faixa etaria e escolaridade, só homens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Indígena — Homens: faixa etaria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fe_homens_hiato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867" y="1536192"/>
            <a:ext cx="856596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faixa etaria e escolaridade, só homens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10. Raça × Gênero × Geração × Escolaridade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56 de renda · 59 de hiato · Quebra CRUZADA gênero×geração×escolaridade — 56 células.</a:t>
            </a:r>
          </a:p>
        </p:txBody>
      </p:sp>
    </p:spTree>
  </p:cSld>
  <p:clrMapOvr>
    <a:masterClrMapping/>
  </p:clrMapOvr>
</p:sld>
</file>

<file path=ppt/slides/slide3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× Escolaridade — Mulheres</a:t>
            </a:r>
          </a:p>
        </p:txBody>
      </p:sp>
    </p:spTree>
  </p:cSld>
  <p:clrMapOvr>
    <a:masterClrMapping/>
  </p:clrMapOvr>
</p:sld>
</file>

<file path=ppt/slides/slide3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baby_boomer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Baby Boomer,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Baby Boomer,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baby_boomer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Baby Boomer,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3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x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X,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X,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x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X,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millennial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Millennial,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Millennial,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millennial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Millennial,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Z,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z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Z,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Z,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z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Z,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Z,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z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Z,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Z,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z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Z,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Z,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z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Z,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mulheres_geracao_z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Mulheres, Geração Z,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Mulheres, Geração Z,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mulheres_geracao_z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137" y="1536192"/>
            <a:ext cx="10593421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Mulheres, Geração Z,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× Escolaridade — Homens</a:t>
            </a:r>
          </a:p>
        </p:txBody>
      </p:sp>
    </p:spTree>
  </p:cSld>
  <p:clrMapOvr>
    <a:masterClrMapping/>
  </p:clrMapOvr>
</p:sld>
</file>

<file path=ppt/slides/slide4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baby_boomer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Baby Boomer,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Baby Boomer,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baby_boomer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Baby Boomer,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x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X,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X,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x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X,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66" y="1536192"/>
            <a:ext cx="107017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millennial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Millennial,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Millennial,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millennial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Millennial,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" y="1536192"/>
            <a:ext cx="1067768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49" y="1536192"/>
            <a:ext cx="277339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Sem instrução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Fundamental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Fundamental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Médio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Médio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Superior incompl.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2_homens_geracao_z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Homens, Geração Z,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Homens, Geração Z,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(Indígena por célula sem amostra — ver heatmaps do item)</a:t>
            </a:r>
          </a:p>
        </p:txBody>
      </p:sp>
      <p:pic>
        <p:nvPicPr>
          <p:cNvPr id="4" name="Picture 3" descr="arv_gge2_homens_geracao_z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186" y="1536192"/>
            <a:ext cx="1056532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Homens, Geração Z, Superior compl.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× Escolaridade — Mulheres</a:t>
            </a:r>
          </a:p>
        </p:txBody>
      </p:sp>
    </p:spTree>
  </p:cSld>
  <p:clrMapOvr>
    <a:masterClrMapping/>
  </p:clrMapOvr>
</p:sld>
</file>

<file path=ppt/slides/slide4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 — Mulheres: geracao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ge2_mulheres_hiato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397" y="1536192"/>
            <a:ext cx="97289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geracao e escolaridade, só mulheres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Indígena — Mulheres: geracao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mulheres</a:t>
            </a:r>
          </a:p>
        </p:txBody>
      </p:sp>
      <p:pic>
        <p:nvPicPr>
          <p:cNvPr id="4" name="Picture 3" descr="arv_gge2_mulheres_hiato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397" y="1536192"/>
            <a:ext cx="97289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geracao e escolaridade, só mulheres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× Escolaridade — Homens</a:t>
            </a:r>
          </a:p>
        </p:txBody>
      </p:sp>
    </p:spTree>
  </p:cSld>
  <p:clrMapOvr>
    <a:masterClrMapping/>
  </p:clrMapOvr>
</p:sld>
</file>

<file path=ppt/slides/slide4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 — Homens: geracao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ge2_homens_hiato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397" y="1536192"/>
            <a:ext cx="97289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geracao e escolaridade, só homens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Indígena — Homens: geracao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 · só homens</a:t>
            </a:r>
          </a:p>
        </p:txBody>
      </p:sp>
      <p:pic>
        <p:nvPicPr>
          <p:cNvPr id="4" name="Picture 3" descr="arv_gge2_homens_hiato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397" y="1536192"/>
            <a:ext cx="97289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geracao e escolaridade, só homens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11. Raça × Geração × Escolaridade (ambos os gêneros)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28 de renda · 30 de hiato · Geração × Escolaridade com AMBOS os gêneros juntos — 28 células (série de renda + série de hiato por célula) + 2 heatmaps. Fecha a combinação que faltava pra um dashboard geração×escolaridade×gênero.</a:t>
            </a:r>
          </a:p>
        </p:txBody>
      </p:sp>
    </p:spTree>
  </p:cSld>
  <p:clrMapOvr>
    <a:masterClrMapping/>
  </p:clrMapOvr>
</p:sld>
</file>

<file path=ppt/slides/slide4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Sem instrução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Sem instrução,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Sem instrução,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Fundamental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Fundamental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Fundamental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Fundamental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Fundamental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Fundamental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Médio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Médio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4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Médio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Médio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Médio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Médio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Superior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Superior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Superior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Superior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baby_boomer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Boomer, Superior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Baby Boomer —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baby_boomer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Baby Boomer, Superior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Sem instrução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Sem instrução,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Sem instrução,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Fundamental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Fundamental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Fundamental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Fundamental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Fundamental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Fundamental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Médio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Médio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Médio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Médio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Médio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Médio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Superior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Superior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Superior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Superior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x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X, Superior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X —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x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X, Superior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Sem instrução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Sem instrução,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Sem instrução,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Fundamental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Fundamental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Fundamental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Fundamental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Fundamental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Fundamental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Médio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Médio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Médio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Médio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Médio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23" y="1536192"/>
            <a:ext cx="1066564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Médio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Superior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Superior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Superior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Superior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millennial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159" y="1536192"/>
            <a:ext cx="1067337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Millennial, Superior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Millennial —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millennial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Millennial, Superior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Sem instrução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Sem instrução,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Sem instrução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sem_instrucao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8756" y="1536192"/>
            <a:ext cx="433418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Sem instrução,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Fundamental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" y="1536192"/>
            <a:ext cx="1067768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Fundamental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Fundamental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fundamental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Fundamental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Fundamental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Fundamental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Fundamental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fundamental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Fundamental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Médio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Médio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Médio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medio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Médio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Médio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Médio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Médio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medio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Médio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Superior incompl.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Superior incompl.,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Superior incompl.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superior_in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Superior incompl.,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Superior compl. — ambos os gêneros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_geracao_z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65" y="1536192"/>
            <a:ext cx="1064936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Z, Superior compl., ambos os gêneros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— Geração Z — Superior compl. —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hiato = renda média Branca − renda média do grupo, % relativo ao grupo · Welch trimestre a trimestre · ambos os gêneros · (Indígena por célula: ver heatmaps do item)</a:t>
            </a:r>
          </a:p>
        </p:txBody>
      </p:sp>
      <p:pic>
        <p:nvPicPr>
          <p:cNvPr id="4" name="Picture 3" descr="arv_ge_geracao_z_superior_compl_hiat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156" y="1536192"/>
            <a:ext cx="1068538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— Geração Z, Superior compl., ambos os gêneros — 2012–2026 (Welch).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 — geração × escolaridade (ambos os gêneros)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ge_hiato_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397" y="1536192"/>
            <a:ext cx="97289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geração e escolaridade, ambos os gêneros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Indígena — geração × escolaridade (ambos os gêneros)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 · Welch: *** p&lt;0,001  ** p&lt;0,01  * p&lt;0,05  ·  n.s. = não signif. · 2º tri. 2026</a:t>
            </a:r>
          </a:p>
        </p:txBody>
      </p:sp>
      <p:pic>
        <p:nvPicPr>
          <p:cNvPr id="4" name="Picture 3" descr="arv_ge_hiato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397" y="1536192"/>
            <a:ext cx="97289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Indígena por geração e escolaridade, ambos os gêneros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Topo 10%, base 10% e quartis (limiares Brasil / gênero / raça×gênero)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Limiares calculados em 3 escopos NOVOS: Brasil inteiro / dentro de cada gênero / dentro de cada raça×gênero. Snapshot do trimestre mais recente.</a:t>
            </a:r>
          </a:p>
        </p:txBody>
      </p:sp>
    </p:spTree>
  </p:cSld>
  <p:clrMapOvr>
    <a:masterClrMapping/>
  </p:clrMapOvr>
</p:sld>
</file>

<file path=ppt/slides/slide5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 quem são os 10% mais ricos e os 10% mais pobres do Brasil?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raça dentro do decil · limiar P90/P10 único, todo o Brasil · 2º tri. 2026</a:t>
            </a:r>
          </a:p>
        </p:txBody>
      </p:sp>
      <p:pic>
        <p:nvPicPr>
          <p:cNvPr id="4" name="Picture 3" descr="ext_dist_bras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891" y="1536192"/>
            <a:ext cx="776791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Negra é ~56% da população ocupada, mas só ~33% do topo 10% e ~73% da base 10%.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Dentro dos 10% que mais ganham de cada gênero, qual a composição racial?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raça no decil · limiar P90 calculado dentro de cada gênero · 2º tri. 2026</a:t>
            </a:r>
          </a:p>
        </p:txBody>
      </p:sp>
      <p:pic>
        <p:nvPicPr>
          <p:cNvPr id="4" name="Picture 3" descr="ext_dist_genero_topo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891" y="1536192"/>
            <a:ext cx="776791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Limiar por gênero: a sub-representação de Negra no topo (e sobre-representação na base) persiste dentro de cada gênero.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Dentro dos 10% que menos ganham de cada gênero, qual a composição racial?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raça no decil · limiar P10 calculado dentro de cada gênero · 2º tri. 2026</a:t>
            </a:r>
          </a:p>
        </p:txBody>
      </p:sp>
      <p:pic>
        <p:nvPicPr>
          <p:cNvPr id="4" name="Picture 3" descr="ext_dist_genero_base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891" y="1536192"/>
            <a:ext cx="776791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Limiar por gênero: a sub-representação de Negra no topo (e sobre-representação na base) persiste dentro de cada gênero.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Quanto ganham (R$) os 10% que mais ganham, por raça?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renda média real no decil · limiar P90 dentro de cada grupo (por raça) · 2º tri. 2026</a:t>
            </a:r>
          </a:p>
        </p:txBody>
      </p:sp>
      <p:pic>
        <p:nvPicPr>
          <p:cNvPr id="4" name="Picture 3" descr="ext_renda_raca_topo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5888" y="1536192"/>
            <a:ext cx="777991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Os 10% que mais ganham, por raça: distância em R$ entre os grupos.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Quanto ganham (R$) os 10% que menos ganham, por raça?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renda média real no decil · limiar P10 dentro de cada grupo (por raça) · 2º tri. 2026</a:t>
            </a:r>
          </a:p>
        </p:txBody>
      </p:sp>
      <p:pic>
        <p:nvPicPr>
          <p:cNvPr id="4" name="Picture 3" descr="ext_renda_raca_base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5888" y="1536192"/>
            <a:ext cx="777991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Os 10% que menos ganham, por raça: distância em R$ entre os grupos.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Quanto ganham (R$) os 10% que mais ganham, por raça × gênero?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renda média real no decil · limiar P90 dentro de cada grupo (por raça × gênero) · 2º tri. 2026</a:t>
            </a:r>
          </a:p>
        </p:txBody>
      </p:sp>
      <p:pic>
        <p:nvPicPr>
          <p:cNvPr id="4" name="Picture 3" descr="ext_renda_raca_sexo_topo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5888" y="1536192"/>
            <a:ext cx="777991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Os 10% que mais ganham, por raça × gênero: distância em R$ entre os grupos.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Quanto ganham (R$) os 10% que menos ganham, por raça × gênero?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renda média real no decil · limiar P10 dentro de cada grupo (por raça × gênero) · 2º tri. 2026</a:t>
            </a:r>
          </a:p>
        </p:txBody>
      </p:sp>
      <p:pic>
        <p:nvPicPr>
          <p:cNvPr id="4" name="Picture 3" descr="ext_renda_raca_sexo_base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9885" y="1536192"/>
            <a:ext cx="779192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Os 10% que menos ganham, por raça × gênero: distância em R$ entre os grupos.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Escolaridade dentro dos 10% que mais ganham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P90 dentro de cada grupo · 2º tri. 2026</a:t>
            </a:r>
          </a:p>
        </p:txBody>
      </p:sp>
      <p:pic>
        <p:nvPicPr>
          <p:cNvPr id="4" name="Picture 3" descr="ext_comp_raca_topo10_nivel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3295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escolaridade de quem está nos 10% que mais ganham, por raça.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Faixa etária dentro dos 10% que mais ganham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P90 dentro de cada grupo · 2º tri. 2026</a:t>
            </a:r>
          </a:p>
        </p:txBody>
      </p:sp>
      <p:pic>
        <p:nvPicPr>
          <p:cNvPr id="4" name="Picture 3" descr="ext_comp_raca_topo10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9643" y="1536192"/>
            <a:ext cx="875240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faixa etária de quem está nos 10% que mais ganham, por raça.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Geração dentro dos 10% que mais ganham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P90 dentro de cada grupo · 2º tri. 2026</a:t>
            </a:r>
          </a:p>
        </p:txBody>
      </p:sp>
      <p:pic>
        <p:nvPicPr>
          <p:cNvPr id="4" name="Picture 3" descr="ext_comp_raca_topo10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891" y="1536192"/>
            <a:ext cx="776791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geração de quem está nos 10% que mais ganham, por raça.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Escolaridade dentro dos 10% que menos ganham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P10 dentro de cada grupo · 2º tri. 2026</a:t>
            </a:r>
          </a:p>
        </p:txBody>
      </p:sp>
      <p:pic>
        <p:nvPicPr>
          <p:cNvPr id="4" name="Picture 3" descr="ext_comp_raca_base10_nivel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3295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escolaridade de quem está nos 10% que menos ganham, por raça.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Faixa etária dentro dos 10% que menos ganham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P10 dentro de cada grupo · 2º tri. 2026</a:t>
            </a:r>
          </a:p>
        </p:txBody>
      </p:sp>
      <p:pic>
        <p:nvPicPr>
          <p:cNvPr id="4" name="Picture 3" descr="ext_comp_raca_base10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9643" y="1536192"/>
            <a:ext cx="875240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faixa etária de quem está nos 10% que menos ganham, por raça.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Geração dentro dos 10% que menos ganham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P10 dentro de cada grupo · 2º tri. 2026</a:t>
            </a:r>
          </a:p>
        </p:txBody>
      </p:sp>
      <p:pic>
        <p:nvPicPr>
          <p:cNvPr id="4" name="Picture 3" descr="ext_comp_raca_base10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891" y="1536192"/>
            <a:ext cx="776791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geração de quem está nos 10% que menos ganham, por raça.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Escolaridade dentro dos 10% que mais ganham — por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P90 dentro de cada grupo · 2º tri. 2026</a:t>
            </a:r>
          </a:p>
        </p:txBody>
      </p:sp>
      <p:pic>
        <p:nvPicPr>
          <p:cNvPr id="4" name="Picture 3" descr="ext_comp_raca_sexo_topo10_nivel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3295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escolaridade de quem está nos 10% que mais ganham, por raça × gênero.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Faixa etária dentro dos 10% que mais ganham — por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P90 dentro de cada grupo · 2º tri. 2026</a:t>
            </a:r>
          </a:p>
        </p:txBody>
      </p:sp>
      <p:pic>
        <p:nvPicPr>
          <p:cNvPr id="4" name="Picture 3" descr="ext_comp_raca_sexo_topo10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9643" y="1536192"/>
            <a:ext cx="875240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faixa etária de quem está nos 10% que mais ganham, por raça × gênero.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Geração dentro dos 10% que mais ganham — por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P90 dentro de cada grupo · 2º tri. 2026</a:t>
            </a:r>
          </a:p>
        </p:txBody>
      </p:sp>
      <p:pic>
        <p:nvPicPr>
          <p:cNvPr id="4" name="Picture 3" descr="ext_comp_raca_sexo_topo10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891" y="1536192"/>
            <a:ext cx="776791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geração de quem está nos 10% que mais ganham, por raça × gênero.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Escolaridade dentro dos 10% que menos ganham — por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P10 dentro de cada grupo · 2º tri. 2026</a:t>
            </a:r>
          </a:p>
        </p:txBody>
      </p:sp>
      <p:pic>
        <p:nvPicPr>
          <p:cNvPr id="4" name="Picture 3" descr="ext_comp_raca_sexo_base10_nivel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3295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escolaridade de quem está nos 10% que menos ganham, por raça × gênero.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Faixa etária dentro dos 10% que menos ganham — por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P10 dentro de cada grupo · 2º tri. 2026</a:t>
            </a:r>
          </a:p>
        </p:txBody>
      </p:sp>
      <p:pic>
        <p:nvPicPr>
          <p:cNvPr id="4" name="Picture 3" descr="ext_comp_raca_sexo_base10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9643" y="1536192"/>
            <a:ext cx="875240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faixa etária de quem está nos 10% que menos ganham, por raça × gênero.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Geração dentro dos 10% que menos ganham — por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cada categoria dentro do decil · limiar P10 dentro de cada grupo · 2º tri. 2026</a:t>
            </a:r>
          </a:p>
        </p:txBody>
      </p:sp>
      <p:pic>
        <p:nvPicPr>
          <p:cNvPr id="4" name="Picture 3" descr="ext_comp_raca_sexo_base10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891" y="1536192"/>
            <a:ext cx="776791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geração de quem está nos 10% que menos ganham, por raça × gênero.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Decomposição dos 4 quartis de renda por gênero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limiares P25/P50/P75 dentro de cada grupo (por raça) · 2º tri. 2026</a:t>
            </a:r>
          </a:p>
        </p:txBody>
      </p:sp>
      <p:pic>
        <p:nvPicPr>
          <p:cNvPr id="4" name="Picture 3" descr="ext_quartil_raca_sex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891" y="1536192"/>
            <a:ext cx="776791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% de mulheres em cada quartil de renda, por raça — mais mulheres nos quartis de baixo.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Decomposição dos 4 quartis de renda por escolaridade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limiares P25/P50/P75 dentro de cada grupo (por raça) · 2º tri. 2026</a:t>
            </a:r>
          </a:p>
        </p:txBody>
      </p:sp>
      <p:pic>
        <p:nvPicPr>
          <p:cNvPr id="4" name="Picture 3" descr="ext_quartil_raca_nivel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0273" y="1536192"/>
            <a:ext cx="825114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Mix de escolaridade em cada quartil (Q1→Q4), por raça — 100% empilhado.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Decomposição dos 4 quartis de renda por faixa etária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limiares P25/P50/P75 dentro de cada grupo (por raça) · 2º tri. 2026</a:t>
            </a:r>
          </a:p>
        </p:txBody>
      </p:sp>
      <p:pic>
        <p:nvPicPr>
          <p:cNvPr id="4" name="Picture 3" descr="ext_quartil_raca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7204" y="1536192"/>
            <a:ext cx="821728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Mix de faixa etária em cada quartil (Q1→Q4), por raça — 100% empilhado.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Decomposição dos 4 quartis de renda por geração —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limiares P25/P50/P75 dentro de cada grupo (por raça) · 2º tri. 2026</a:t>
            </a:r>
          </a:p>
        </p:txBody>
      </p:sp>
      <p:pic>
        <p:nvPicPr>
          <p:cNvPr id="4" name="Picture 3" descr="ext_quartil_raca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561" y="1536192"/>
            <a:ext cx="822857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Mix de geração em cada quartil (Q1→Q4), por raça — 100% empilhado.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Decomposição dos 4 quartis de renda por escolaridade — por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limiares P25/P50/P75 dentro de cada grupo (por raça × gênero) · 2º tri. 2026</a:t>
            </a:r>
          </a:p>
        </p:txBody>
      </p:sp>
      <p:pic>
        <p:nvPicPr>
          <p:cNvPr id="4" name="Picture 3" descr="ext_quartil_raca_sexo_nivel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0893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Mix de escolaridade em cada quartil (Q1→Q4), por raça × gênero — 100% empilhado.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Decomposição dos 4 quartis de renda por faixa etária — por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limiares P25/P50/P75 dentro de cada grupo (por raça × gênero) · 2º tri. 2026</a:t>
            </a:r>
          </a:p>
        </p:txBody>
      </p:sp>
      <p:pic>
        <p:nvPicPr>
          <p:cNvPr id="4" name="Picture 3" descr="ext_quartil_raca_sexo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1007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Mix de faixa etária em cada quartil (Q1→Q4), por raça × gênero — 100% empilhado.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Decomposição dos 4 quartis de renda por geração — por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limiares P25/P50/P75 dentro de cada grupo (por raça × gênero) · 2º tri. 2026</a:t>
            </a:r>
          </a:p>
        </p:txBody>
      </p:sp>
      <p:pic>
        <p:nvPicPr>
          <p:cNvPr id="4" name="Picture 3" descr="ext_quartil_raca_sexo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096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Mix de geração em cada quartil (Q1→Q4), por raça × gênero — 100% empilhado.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0D9086"/>
                </a:solidFill>
              </a:defRPr>
            </a:pPr>
            <a:r>
              <a:t>Tabela de crescimento da renda por raça (2012 T1 → 2026 T2)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5C4F3F"/>
                </a:solidFill>
              </a:defRPr>
            </a:pPr>
            <a:r>
              <a:t>Uma linha por folha de renda da árvore (181 linhas): renda média real Branca, Negra e Indígena no primeiro e no último trimestre, % de crescimento de cada raça, e os hiatos em R$ (Branca-Negra e Branca-Indígena) no início vs. no fim.</a:t>
            </a:r>
          </a:p>
          <a:p>
            <a:pPr algn="l">
              <a:defRPr sz="1400" b="0" i="0">
                <a:solidFill>
                  <a:srgbClr val="5C4F3F"/>
                </a:solidFill>
              </a:defRPr>
            </a:pPr>
          </a:p>
          <a:p>
            <a:pPr algn="l">
              <a:defRPr sz="1400" b="0" i="0">
                <a:solidFill>
                  <a:srgbClr val="5C4F3F"/>
                </a:solidFill>
              </a:defRPr>
            </a:pPr>
            <a:r>
              <a:t>Arquivo à parte (não cabe como slide legível):</a:t>
            </a:r>
          </a:p>
          <a:p>
            <a:pPr algn="l">
              <a:defRPr sz="1400" b="0" i="0">
                <a:solidFill>
                  <a:srgbClr val="5C4F3F"/>
                </a:solidFill>
              </a:defRPr>
            </a:pPr>
            <a:r>
              <a:t>   •  docs/tabela_crescimento_renda.xlsx  (uma aba por item + aba 'Tudo')</a:t>
            </a:r>
          </a:p>
          <a:p>
            <a:pPr algn="l">
              <a:defRPr sz="1400" b="0" i="0">
                <a:solidFill>
                  <a:srgbClr val="5C4F3F"/>
                </a:solidFill>
              </a:defRPr>
            </a:pPr>
            <a:r>
              <a:t>   •  docs/tabela_crescimento_renda.csv</a:t>
            </a:r>
          </a:p>
          <a:p>
            <a:pPr algn="l">
              <a:defRPr sz="1400" b="0" i="0">
                <a:solidFill>
                  <a:srgbClr val="5C4F3F"/>
                </a:solidFill>
              </a:defRPr>
            </a:pPr>
          </a:p>
          <a:p>
            <a:pPr algn="l">
              <a:defRPr sz="1400" b="0" i="0">
                <a:solidFill>
                  <a:srgbClr val="5C4F3F"/>
                </a:solidFill>
              </a:defRPr>
            </a:pPr>
            <a:r>
              <a:t>Leitura geral: quem cresceu mais (em %) — Negra em 71 folhas, Indígena em 56, Branca em 46 — mas a diferença Branca-Negra em R$ AUMENTOU em 92 das 181. O hiato relativo cai enquanto a distância absoluta sobe.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Aprofundamentos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Instabilidade de renda, retorno da escolaridade, Capital×Interior, desocupação×escolaridade, formal×informal, salários mínimos, Oaxaca-Blinder ano a ano, dupla desvantagem, projeção condicional (B6).</a:t>
            </a:r>
          </a:p>
        </p:txBody>
      </p:sp>
    </p:spTree>
  </p:cSld>
  <p:clrMapOvr>
    <a:masterClrMapping/>
  </p:clrMapOvr>
</p:sld>
</file>

<file path=ppt/slides/slide5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efetiva ÷ habitual, por raça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· 100% = recebeu tudo que costuma receber no mês · abaixo de 100% = perda por falta/interrupção · série 2012–2026</a:t>
            </a:r>
          </a:p>
        </p:txBody>
      </p:sp>
      <p:pic>
        <p:nvPicPr>
          <p:cNvPr id="4" name="Picture 3" descr="apr_efetiva_habi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68" y="1536192"/>
            <a:ext cx="1063735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Quanto menor, mais a renda do mês fica abaixo da 'habitual' — instabilidade de renda.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Retorno da escolaridade, por raça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índice: renda média em cada nível ÷ renda no Médio completo (=100), dentro de cada raça · 2º tri. 2026</a:t>
            </a:r>
          </a:p>
        </p:txBody>
      </p:sp>
      <p:pic>
        <p:nvPicPr>
          <p:cNvPr id="4" name="Picture 3" descr="apr_premio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1069" y="1536192"/>
            <a:ext cx="886955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Se a curva de uma raça é mais inclinada, cada degrau de escolaridade 'vale' mais R$ pra ela.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 — projeção condicional (não é previsão)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se o ritmo de 2012–2026 (-0,78 p.p./ano) continuar: zero por volta de 2110 (2079–2231); no ritmo desde 2022 (+0,55 p.p./ano): sem data</a:t>
            </a:r>
          </a:p>
        </p:txBody>
      </p:sp>
      <p:pic>
        <p:nvPicPr>
          <p:cNvPr id="4" name="Picture 3" descr="onda2_b6_projecao_condi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0394" y="1536192"/>
            <a:ext cx="889090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A queda de 2012–2026 veio de um degrau em 2022 (B1); desde então a série está plana. Ficha: docs/studies/B6.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Branca vs. Negra — Capital vs. Interior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· Welch trimestre a trimestre · série 2012–2026</a:t>
            </a:r>
          </a:p>
        </p:txBody>
      </p:sp>
      <p:pic>
        <p:nvPicPr>
          <p:cNvPr id="4" name="Picture 3" descr="apr_capital_interi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O hiato racial de renda é maior nas capitais ou no interior?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Taxa de desocupação por raça e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da força de trabalho desocupada · 2º tri. 2026</a:t>
            </a:r>
          </a:p>
        </p:txBody>
      </p:sp>
      <p:pic>
        <p:nvPicPr>
          <p:cNvPr id="4" name="Picture 3" descr="apr_desocupacao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3874" y="1536192"/>
            <a:ext cx="82839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Mais diploma fecha o gap de emprego como (em parte) fecha o de salário?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Branca vs. Negra — setor formal vs. informal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formal = contribui para a previdência · % de diferença · Welch · série 2012–2026</a:t>
            </a:r>
          </a:p>
        </p:txBody>
      </p:sp>
      <p:pic>
        <p:nvPicPr>
          <p:cNvPr id="4" name="Picture 3" descr="apr_formal_info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4" y="1536192"/>
            <a:ext cx="1061334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A informalidade explica parte do hiato, ou ele sobrevive dentro do emprego protegido?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% ganhando até 1 salário mínimo, por raça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renda habitual nominal ÷ salário mínimo nominal do ano · série 2012–2026</a:t>
            </a:r>
          </a:p>
        </p:txBody>
      </p:sp>
      <p:pic>
        <p:nvPicPr>
          <p:cNvPr id="4" name="Picture 3" descr="apr_sm_at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Concentração perto do piso salarial.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% ganhando acima de 3 salários mínimos, por raça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renda habitual nominal ÷ salário mínimo nominal do ano · série 2012–2026</a:t>
            </a:r>
          </a:p>
        </p:txBody>
      </p:sp>
      <p:pic>
        <p:nvPicPr>
          <p:cNvPr id="4" name="Picture 3" descr="apr_sm_acim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1" y="1536192"/>
            <a:ext cx="10625352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Presença no topo da distribuição de renda do trabalho.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Decomposição de Oaxaca-Blinder do hiato Branca vs. Negra — ano a ano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controles: faixa etária + escolaridade + ocupação · parcela explicada por composição vs. não-explicada (não explicada = parte não associada às covariáveis incluídas)</a:t>
            </a:r>
          </a:p>
        </p:txBody>
      </p:sp>
      <p:pic>
        <p:nvPicPr>
          <p:cNvPr id="4" name="Picture 3" descr="apr_oaxaca_tempo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087" y="1536192"/>
            <a:ext cx="1004352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A parte não-explicada está caindo conforme a escolaridade de negros sobe, ou fica travada?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residual (não-explicado) por ponto da distribuição — ano a ano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RIF de P10/P50/P90, mesmos controles · o resíduo em forma de U ('piso pegajoso' na base, 'teto de vidro' no topo) é estável?</a:t>
            </a:r>
          </a:p>
        </p:txBody>
      </p:sp>
      <p:pic>
        <p:nvPicPr>
          <p:cNvPr id="4" name="Picture 3" descr="apr_rif_tempo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47" y="1536192"/>
            <a:ext cx="10721400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P10 = base, P50 = mediana, P90 = topo. Cada linha é o hiato que sobra depois dos controles.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Gap de renda Homem Branco ↔ Mulher Negra — decomposição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gap total (linha) = efeito raça + efeito gênero + interação (o 'extra' de ser as duas coisas) · série 2012–2026</a:t>
            </a:r>
          </a:p>
        </p:txBody>
      </p:sp>
      <p:pic>
        <p:nvPicPr>
          <p:cNvPr id="4" name="Picture 3" descr="apr_dupla_desvantag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8429" y="1536192"/>
            <a:ext cx="1043483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Do abismo entre o grupo mais e o menos favorecido, quanto é raça, quanto é gênero, quanto é a soma dos dois.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Validação cruzada — nosso pipeline vs. IBGE 'Desigualdades Sociais por Cor ou Raça' (2021)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taxa de desocupação e informalidade (% sem contribuição previdenciária), Brasil, 2021 · fontes independentes</a:t>
            </a:r>
          </a:p>
        </p:txBody>
      </p:sp>
      <p:pic>
        <p:nvPicPr>
          <p:cNvPr id="4" name="Picture 3" descr="apr_validacao_ib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3738" y="1536192"/>
            <a:ext cx="9664219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Reproduzimos os números oficiais dentro de ~1-3 p.p. — diferenças cabem em universo/definição (a 'informalidade' do IBGE é um composto mais amplo). O hiato de renda Branca vs. Preta em 2021 dá ~70% no nosso pipeline (Branca vs. Negra combinada) vs. 76% do IBGE (Branca vs. Preta só) — Preta ganha menos que Parda, daí a diferença.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Outras análises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Análises complementares, fora da árvore. Nesta seção o título fica na própria imagem.</a:t>
            </a:r>
          </a:p>
        </p:txBody>
      </p:sp>
    </p:spTree>
  </p:cSld>
  <p:clrMapOvr>
    <a:masterClrMapping/>
  </p:clrMapOvr>
</p:sld>
</file>

<file path=ppt/slides/slide5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É ocupação, ou é cor da pele? — decomposição do hiato</a:t>
            </a:r>
          </a:p>
        </p:txBody>
      </p:sp>
    </p:spTree>
  </p:cSld>
  <p:clrMapOvr>
    <a:masterClrMapping/>
  </p:clrMapOvr>
</p:sld>
</file>

<file path=ppt/slides/slide5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Quanto idade, escolaridade e ocupação explicam do hiato Branca vs. Negra.</a:t>
            </a:r>
          </a:p>
        </p:txBody>
      </p:sp>
      <p:pic>
        <p:nvPicPr>
          <p:cNvPr id="3" name="Picture 2" descr="decomposicao_hiato_ocupa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855" y="868680"/>
            <a:ext cx="10897985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Padronização direta: 66% bruto → 31% (+escolaridade) → 25% (+ocupação, residual). Ocupação sozinha: 34%.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Quanto idade, escolaridade e ocupação explicam do hiato Branca vs. Negra.</a:t>
            </a:r>
          </a:p>
        </p:txBody>
      </p:sp>
      <p:pic>
        <p:nvPicPr>
          <p:cNvPr id="3" name="Picture 2" descr="oaxaca_blinder_de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0195" y="868680"/>
            <a:ext cx="8431305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Regressão (Oaxaca-Blinder) com teste de significância: resíduo +23% (p&lt;0,001; parte não associada às covariáveis, não é medida de discriminação).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Quanto idade, escolaridade e ocupação explicam do hiato Branca vs. Negra.</a:t>
            </a:r>
          </a:p>
        </p:txBody>
      </p:sp>
      <p:pic>
        <p:nvPicPr>
          <p:cNvPr id="3" name="Picture 2" descr="oaxaca_blinder_quant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8331" y="868680"/>
            <a:ext cx="8055032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O resíduo não é uniforme: ~15% na mediana, ~35% na base (piso pegajoso), ~34% no topo (teto de vidro).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Quanto idade, escolaridade e ocupação explicam do hiato Branca vs. Negra.</a:t>
            </a:r>
          </a:p>
        </p:txBody>
      </p:sp>
      <p:pic>
        <p:nvPicPr>
          <p:cNvPr id="3" name="Picture 2" descr="renda_por_raca_ocup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7391" y="868680"/>
            <a:ext cx="7296912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Dentro de CADA categoria ocupacional, Branca ganha mais que Negra.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A × B — combinações com ocupação (pooled 8 trimestres)</a:t>
            </a:r>
          </a:p>
        </p:txBody>
      </p:sp>
    </p:spTree>
  </p:cSld>
  <p:clrMapOvr>
    <a:masterClrMapping/>
  </p:clrMapOvr>
</p:sld>
</file>

<file path=ppt/slides/slide5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Heatmaps raça × 2 dimensões. Ocupação (11 categorias) só no snapshot pooled — célula por trimestre isolado fica fina demais.</a:t>
            </a:r>
          </a:p>
        </p:txBody>
      </p:sp>
      <p:pic>
        <p:nvPicPr>
          <p:cNvPr id="3" name="Picture 2" descr="raca_genero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406" y="868680"/>
            <a:ext cx="11130882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por raça, gênero e geração.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5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Heatmaps raça × 2 dimensões. Ocupação (11 categorias) só no snapshot pooled — célula por trimestre isolado fica fina demais.</a:t>
            </a:r>
          </a:p>
        </p:txBody>
      </p:sp>
      <p:pic>
        <p:nvPicPr>
          <p:cNvPr id="3" name="Picture 2" descr="raca_genero_ocup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6091" y="868680"/>
            <a:ext cx="8419513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por raça, gênero e ocupação.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Heatmaps raça × 2 dimensões. Ocupação (11 categorias) só no snapshot pooled — célula por trimestre isolado fica fina demais.</a:t>
            </a:r>
          </a:p>
        </p:txBody>
      </p:sp>
      <p:pic>
        <p:nvPicPr>
          <p:cNvPr id="3" name="Picture 2" descr="raca_faixa_etaria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4936" y="868680"/>
            <a:ext cx="9801822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por raça, faixa etária e escolaridade.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Heatmaps raça × 2 dimensões. Ocupação (11 categorias) só no snapshot pooled — célula por trimestre isolado fica fina demais.</a:t>
            </a:r>
          </a:p>
        </p:txBody>
      </p:sp>
      <p:pic>
        <p:nvPicPr>
          <p:cNvPr id="3" name="Picture 2" descr="raca_faixa_etaria_ocup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6091" y="868680"/>
            <a:ext cx="8419513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por raça, faixa etária e ocupação.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Heatmaps raça × 2 dimensões. Ocupação (11 categorias) só no snapshot pooled — célula por trimestre isolado fica fina demais.</a:t>
            </a:r>
          </a:p>
        </p:txBody>
      </p:sp>
      <p:pic>
        <p:nvPicPr>
          <p:cNvPr id="3" name="Picture 2" descr="raca_geracao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4936" y="868680"/>
            <a:ext cx="9801822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por raça, geração e escolaridade.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Heatmaps raça × 2 dimensões. Ocupação (11 categorias) só no snapshot pooled — célula por trimestre isolado fica fina demais.</a:t>
            </a:r>
          </a:p>
        </p:txBody>
      </p:sp>
      <p:pic>
        <p:nvPicPr>
          <p:cNvPr id="3" name="Picture 2" descr="raca_geracao_ocup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6091" y="868680"/>
            <a:ext cx="8419513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por raça, geração e ocupação.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Heatmaps raça × 2 dimensões. Ocupação (11 categorias) só no snapshot pooled — célula por trimestre isolado fica fina demais.</a:t>
            </a:r>
          </a:p>
        </p:txBody>
      </p:sp>
      <p:pic>
        <p:nvPicPr>
          <p:cNvPr id="3" name="Picture 2" descr="raca_escolaridade_ocup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161" y="868680"/>
            <a:ext cx="9221372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Mesmo nível de instrução E mesma ocupação — o hiato ainda aparece na maioria das células.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Região, segregação e quebras estruturais</a:t>
            </a:r>
          </a:p>
        </p:txBody>
      </p:sp>
    </p:spTree>
  </p:cSld>
  <p:clrMapOvr>
    <a:masterClrMapping/>
  </p:clrMapOvr>
</p:sld>
</file>

<file path=ppt/slides/slide6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racial_por_regi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O hiato varia MUITO por região: 60–83% no Sudeste vs. 39–52% no Sul (2012–2026).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gregacao_ocupa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Duncan: ~17% de um grupo precisaria trocar de categoria ocupacional pra igualar o outro.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quebra_estrutu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699" y="868680"/>
            <a:ext cx="10334296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Teste tipo Chow com EP robusto (EWC): mudança significativa em 2 dos 3 eventos (a reforma da previdência não).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Novas variáveis da PNAD</a:t>
            </a:r>
          </a:p>
        </p:txBody>
      </p:sp>
    </p:spTree>
  </p:cSld>
  <p:clrMapOvr>
    <a:masterClrMapping/>
  </p:clrMapOvr>
</p:sld>
</file>

<file path=ppt/slides/slide6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Informalidade, jornada, alfabetização, desalento.</a:t>
            </a:r>
          </a:p>
        </p:txBody>
      </p:sp>
      <p:pic>
        <p:nvPicPr>
          <p:cNvPr id="3" name="Picture 2" descr="informalidade_carteira_assin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% com carteira (só CLT, entre empregados): Branca 72%, Negra 63%, Indígena 48% (2026 T2).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Informalidade, jornada, alfabetização, desalento.</a:t>
            </a:r>
          </a:p>
        </p:txBody>
      </p:sp>
      <p:pic>
        <p:nvPicPr>
          <p:cNvPr id="3" name="Picture 2" descr="renda_por_ho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O hiato sobrevive quase intacto na renda POR HORA — não é jornada, é remuneração.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Informalidade, jornada, alfabetização, desalento.</a:t>
            </a:r>
          </a:p>
        </p:txBody>
      </p:sp>
      <p:pic>
        <p:nvPicPr>
          <p:cNvPr id="3" name="Picture 2" descr="alfabetizacao_60m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60+ anos: Branca 93%, Negra 80%, Indígena 72% alfabetizados.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Informalidade, jornada, alfabetização, desalento.</a:t>
            </a:r>
          </a:p>
        </p:txBody>
      </p:sp>
      <p:pic>
        <p:nvPicPr>
          <p:cNvPr id="3" name="Picture 2" descr="desalen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Fora da força de trabalho, Negra e Indígena desistem de procurar emprego a taxas 2-4x a de Branca.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Topo 10% — limiar DENTRO de cada raça (série histórica)</a:t>
            </a:r>
          </a:p>
        </p:txBody>
      </p:sp>
    </p:spTree>
  </p:cSld>
  <p:clrMapOvr>
    <a:masterClrMapping/>
  </p:clrMapOvr>
</p:sld>
</file>

<file path=ppt/slides/slide6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 (limiares Brasil / gênero / raça×gênero): aqui o P90 é calculado dentro de cada raça, 2012–2026.</a:t>
            </a:r>
          </a:p>
        </p:txBody>
      </p:sp>
      <p:pic>
        <p:nvPicPr>
          <p:cNvPr id="3" name="Picture 2" descr="topo10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% de mulheres no topo 10% de cada raça.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 (limiares Brasil / gênero / raça×gênero): aqui o P90 é calculado dentro de cada raça, 2012–2026.</a:t>
            </a:r>
          </a:p>
        </p:txBody>
      </p:sp>
      <p:pic>
        <p:nvPicPr>
          <p:cNvPr id="3" name="Picture 2" descr="topo10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% com Superior completo no topo 10% — negros 37%→61%, brancos 84% (2012→2026).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 (limiares Brasil / gênero / raça×gênero): aqui o P90 é calculado dentro de cada raça, 2012–2026.</a:t>
            </a:r>
          </a:p>
        </p:txBody>
      </p:sp>
      <p:pic>
        <p:nvPicPr>
          <p:cNvPr id="3" name="Picture 2" descr="topo10_escolaridade_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358" y="868680"/>
            <a:ext cx="9884979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Distribuição pelos 7 níveis — o topo negro tem mais Médio completo (22%) que o branco (9%).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 (limiares Brasil / gênero / raça×gênero): aqui o P90 é calculado dentro de cada raça, 2012–2026.</a:t>
            </a:r>
          </a:p>
        </p:txBody>
      </p:sp>
      <p:pic>
        <p:nvPicPr>
          <p:cNvPr id="3" name="Picture 2" descr="topo10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593" y="868680"/>
            <a:ext cx="9476509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faixa etária do topo 10%.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 (limiares Brasil / gênero / raça×gênero): aqui o P90 é calculado dentro de cada raça, 2012–2026.</a:t>
            </a:r>
          </a:p>
        </p:txBody>
      </p:sp>
      <p:pic>
        <p:nvPicPr>
          <p:cNvPr id="3" name="Picture 2" descr="topo10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593" y="868680"/>
            <a:ext cx="9476509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geração — topo negro pende a Millennial/Z; branco a Boomer/X.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4 quartis — limiar DENTRO de cada raça (série histórica)</a:t>
            </a:r>
          </a:p>
        </p:txBody>
      </p:sp>
    </p:spTree>
  </p:cSld>
  <p:clrMapOvr>
    <a:masterClrMapping/>
  </p:clrMapOvr>
</p:sld>
</file>

<file path=ppt/slides/slide6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quartis: P25/P50/P75 dentro de cada raça, 2012–2026.</a:t>
            </a:r>
          </a:p>
        </p:txBody>
      </p:sp>
      <p:pic>
        <p:nvPicPr>
          <p:cNvPr id="3" name="Picture 2" descr="quartis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868680"/>
            <a:ext cx="11338560" cy="35112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% de mulheres por quartil — maioria entre as mais pobres nas duas raças.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quartis: P25/P50/P75 dentro de cada raça, 2012–2026.</a:t>
            </a:r>
          </a:p>
        </p:txBody>
      </p:sp>
      <p:pic>
        <p:nvPicPr>
          <p:cNvPr id="3" name="Picture 2" descr="quartis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868680"/>
            <a:ext cx="11338560" cy="35112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% com Superior completo cresce em todo quartil, mas o hiato se abre no Q4 (73% vs. 43%).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quartis: P25/P50/P75 dentro de cada raça, 2012–2026.</a:t>
            </a:r>
          </a:p>
        </p:txBody>
      </p:sp>
      <p:pic>
        <p:nvPicPr>
          <p:cNvPr id="3" name="Picture 2" descr="quartis_escolaridade_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868680"/>
            <a:ext cx="11338560" cy="34015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Distribuição pelos 7 níveis, um painel por quartil.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quartis: P25/P50/P75 dentro de cada raça, 2012–2026.</a:t>
            </a:r>
          </a:p>
        </p:txBody>
      </p:sp>
      <p:pic>
        <p:nvPicPr>
          <p:cNvPr id="3" name="Picture 2" descr="quartis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868680"/>
            <a:ext cx="11338560" cy="34015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faixa etária, um painel por quartil.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Complementa a seção de topo 10% / base 10% / quartis: P25/P50/P75 dentro de cada raça, 2012–2026.</a:t>
            </a:r>
          </a:p>
        </p:txBody>
      </p:sp>
      <p:pic>
        <p:nvPicPr>
          <p:cNvPr id="3" name="Picture 2" descr="quartis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7" y="868680"/>
            <a:ext cx="11338560" cy="34015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Composição por geração, um painel por quartil.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Desigualdade interna, setor público/privado, sobre-qualificação</a:t>
            </a:r>
          </a:p>
        </p:txBody>
      </p:sp>
    </p:spTree>
  </p:cSld>
  <p:clrMapOvr>
    <a:masterClrMapping/>
  </p:clrMapOvr>
</p:sld>
</file>

<file path=ppt/slides/slide6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ini_por_ra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Gini DENTRO de cada raça — Branca tem mais desigualdade interna (distribuição mais comprimida na base).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heil_de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Só ~7% da desigualdade total do Brasil vem de diferença ENTRE raças — 93% é dentro de cada uma.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setor_publico_priv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menor no Público (mediana 48%) que no Privado (mediana 60%) em todos os trimestres.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gregacao_setor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Segregação por setor (10%) &lt; por ocupação (17%).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obrequalific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868680"/>
            <a:ext cx="10424160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Negros com Superior completo em ocupação elementar: quase o dobro da taxa de brancos.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A função quantil da renda em R$, e sua inversa</a:t>
            </a:r>
          </a:p>
        </p:txBody>
      </p:sp>
    </p:spTree>
  </p:cSld>
  <p:clrMapOvr>
    <a:masterClrMapping/>
  </p:clrMapOvr>
</p:sld>
</file>

<file path=ppt/slides/slide6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uncao_quantil_ra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2228" y="868680"/>
            <a:ext cx="9247238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Em R$: P10 R$1.500 vs R$766; P50 R$3.000 vs R$2.000; P90 R$10.000 vs R$5.000.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por_percent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593" y="868680"/>
            <a:ext cx="9476509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O hiato bruto por percentil não é uniforme — maior na base (96% no P10) e no topo (100% no P90).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slides/slide6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rcentil_de_valor_ra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699" y="868680"/>
            <a:ext cx="10334296" cy="52120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R$3.000 = P58 entre brancos (meio), mas P77 entre negros (quase o topo).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Trimestral. Renda: trabalho principal, ocupados 18+ com renda &gt; 0, R$ do último trimestre. Elaboração própria.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