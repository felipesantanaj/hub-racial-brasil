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(1/2): Todas as raças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5.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6.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7.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8.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9.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10.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11.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12.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13.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14.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15.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16.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17.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18.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19.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20.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21.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22.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23.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24. Raça × Gênero × Geração × Escolaridade — Hiato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(2/2): Apenas negros (Preta vs. Parda)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25.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26.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27.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28.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29.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30.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31.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32.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33.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34.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35.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36.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37.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38.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39.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40.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41.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42.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43.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44.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45.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46.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47.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48. Raça × Gênero × Geração × Escolaridade — Hiato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1. Raça — Valores (Todas as raças)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 — série histórica 2012-2026.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2. Raça — Hiato (Todas as raças)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— série histórica, com significância (Welch, IC 95%).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3. Raça × Gênero — Valores (Todas as raças)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e mulheres, Branca/Negra/Indígena — o hiato de gênero soma ao de raça.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4. Raça × Gênero — Hiato (Todas as raças)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dentro de cada gênero — maior entre homens (71%) que entre mulheres (62%).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5. Raça × Faixa Etária — Valores (Todas as raças)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nas faixas de maior potencial de renda.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6. Raça × Faixa Etária — Hiato (Todas as raças)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 — de 15-18% entre jovens a 81-94% depois dos 40.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7. Raça × Geração — Valores (Todas as raças)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geração na idade em que está hoje (não controla por idade).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8. Raça × Geração — Hiato (Todas as raças)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geração, snapshot mais recente (ver também a série histórica por coorte, adiante no deck).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9. Raça × Escolaridade — Valores (Todas as raças)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achado central da Fase 1: o hiato SOBREVIVE ao controle por escolaridade, abrindo no Superior completo.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10. Raça × Escolaridade — Hiato (Todas as raças)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nível de instrução.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11. Raça × Gênero × Faixa Etária — Valores (Todas as raças)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12. Raça × Gênero × Faixa Etária — Hiato (Todas as raças)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faixa etária.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13. Raça × Gênero × Geração — Valores (Todas as raças)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14. Raça × Gênero × Geração — Hiato (Todas as raças)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geração.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15. Raça × Gênero × Escolaridade — Valores (Todas as raças)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— hiato no Superior completo é maior (~46%).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Mulheres — hiato menor (~36%) que entre homens.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16. Raça × Gênero × Escolaridade — Hiato (Todas as raças)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nível de instrução.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17. Raça × Faixa Etária × Escolaridade — Valores (Todas as raças)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18. Raça × Faixa Etária × Escolaridade — Hiato (Todas as raças)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 e nível de instrução.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19. Raça × Geração × Escolaridade — Valores (Todas as raças)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20. Raça × Geração × Escolaridade — Hiato (Todas as raças)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 e nível de instrução.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21. Raça × Gênero × Faixa Etária × Escolaridade — Valores (Todas as raças)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22. Raça × Gênero × Faixa Etária × Escolaridade — Hiato (Todas as raças)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faixa etária e nível de instrução (painéis = gênero).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23. Raça × Gênero × Geração × Escolaridade — Valores (Todas as raças)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747" y="320040"/>
            <a:ext cx="46482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geração × nível de instrução em cada um.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24. Raça × Gênero × Geração × Escolaridade — Hiato (Todas as raças)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geração e nível de instrução (painéis = gênero).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25. Raça — Valores (Apenas negros (Preta vs. Parda))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— série histórica.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26. Raça — Hiato (Apenas negros (Preta vs. Parda))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reta_parda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— série histórica, com significância (Welch). O sinal virou: Preta chegou a ganhar mais que Parda até ~2015, hoje ganha menos (-6%).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27. Raça × Gênero — Valores (Apenas negros (Preta vs. Parda))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28. Raça × Gênero — Hiato (Apenas negros (Preta vs. Parda))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dentro de cada gênero.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29. Raça × Faixa Etária — Valores (Apenas negros (Preta vs. Parda))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30. Raça × Faixa Etária — Hiato (Apenas negros (Preta vs. Parda))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31. Raça × Geração — Valores (Apenas negros (Preta vs. Parda))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2" y="320040"/>
            <a:ext cx="963445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32. Raça × Geração — Hiato (Apenas negros (Preta vs. Parda))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 — negativo em todas: Parda ganha mais que Preta em toda geração viva.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33. Raça × Escolaridade — Valores (Apenas negros (Preta vs. Parda))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nível de instrução.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34. Raça × Escolaridade — Hiato (Apenas negros (Preta vs. Parda))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nível de instrução.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35. Raça × Gênero × Faixa Etária — Valores (Apenas negros (Preta vs. Parda))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faixa etária.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36. Raça × Gênero × Faixa Etária — Hiato (Apenas negros (Preta vs. Parda))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faixa etária.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37. Raça × Gênero × Geração — Valores (Apenas negros (Preta vs. Parda))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geração.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38. Raça × Gênero × Geração — Hiato (Apenas negros (Preta vs. Parda))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geração.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39. Raça × Gênero × Escolaridade — Valores (Apenas negros (Preta vs. Parda))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641" y="320040"/>
            <a:ext cx="679041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nível de instrução.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40. Raça × Gênero × Escolaridade — Hiato (Apenas negros (Preta vs. Parda))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nível de instrução.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41. Raça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 e escolaridade.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42. Raça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 e nível de instrução.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43. Raça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 e escolaridade.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44. Raça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 e nível de instrução.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45. Raça × Gênero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faixa etária × escolaridade em cada um.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46. Raça × Gênero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faixa etária e nível de instrução.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47. Raça × Gênero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geração × escolaridade em cada um.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48. Raça × Gênero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geração e nível de instrução.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3790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 Ocupação SOZINHA (isolada, sem outros controles) já leva o hiato a 33%.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59" y="320040"/>
            <a:ext cx="902297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 Ocupação sozinha explica 40% do hiato (p&lt;0,001).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0" y="320040"/>
            <a:ext cx="7808975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Dentro de CADA categoria ocupacional, Branca ganha mais que Negra — o hiato não é só 'estar em ocupações diferentes'.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cruzada com tudo: as combinações que faltavam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Heatmaps raça × 2 dimensões, um painel por raça — fecha a matriz completa pedida pelo usuário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04" y="320040"/>
            <a:ext cx="986848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escolaridade e ocupação — dentro do mesmo nível de instrução E mesma ocupação, o hiato racial ainda aparece na maioria das células.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16" y="320040"/>
            <a:ext cx="1057866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níveis: o topo dos negros tem mais Médio completo (23%) que o dos brancos (10%) — o hiato de Superior completo não é a única diferença.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níveis, um painel por quartil — mesmo padrão do topo 10% visível em cada fatia da distribuição.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 função quantil da renda, em R$, e sua inversa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'Os 10% mais pobres entre os negros ganham quanto comparado aos 10% mais pobres entre os brancos?'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4" y="320040"/>
            <a:ext cx="989616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R$: no P10, Branca ganha R$1.500 e Negra R$720. No P50 (mediana), R$3.000 vs. R$2.000. No P90, R$10.000 vs. R$5.000.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bruto (sem controles) por percentil não é uniforme — é maior na base (108% no P10) e no topo (100% no P90) do que no meio da distribuição.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 pergunta inversa: quem ganha R$3.000 está no P57 entre os brancos (mediano/meio da distribuição), mas já no P76 entre os negros (quase o topo).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(Superior completo, o destaque) + um por nível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