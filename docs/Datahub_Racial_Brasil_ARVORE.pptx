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slides/slide387.xml" ContentType="application/vnd.openxmlformats-officedocument.presentationml.slide+xml"/>
  <Override PartName="/ppt/slides/slide388.xml" ContentType="application/vnd.openxmlformats-officedocument.presentationml.slide+xml"/>
  <Override PartName="/ppt/slides/slide389.xml" ContentType="application/vnd.openxmlformats-officedocument.presentationml.slide+xml"/>
  <Override PartName="/ppt/slides/slide39.xml" ContentType="application/vnd.openxmlformats-officedocument.presentationml.slide+xml"/>
  <Override PartName="/ppt/slides/slide390.xml" ContentType="application/vnd.openxmlformats-officedocument.presentationml.slide+xml"/>
  <Override PartName="/ppt/slides/slide391.xml" ContentType="application/vnd.openxmlformats-officedocument.presentationml.slide+xml"/>
  <Override PartName="/ppt/slides/slide392.xml" ContentType="application/vnd.openxmlformats-officedocument.presentationml.slide+xml"/>
  <Override PartName="/ppt/slides/slide393.xml" ContentType="application/vnd.openxmlformats-officedocument.presentationml.slide+xml"/>
  <Override PartName="/ppt/slides/slide394.xml" ContentType="application/vnd.openxmlformats-officedocument.presentationml.slide+xml"/>
  <Override PartName="/ppt/slides/slide395.xml" ContentType="application/vnd.openxmlformats-officedocument.presentationml.slide+xml"/>
  <Override PartName="/ppt/slides/slide396.xml" ContentType="application/vnd.openxmlformats-officedocument.presentationml.slide+xml"/>
  <Override PartName="/ppt/slides/slide397.xml" ContentType="application/vnd.openxmlformats-officedocument.presentationml.slide+xml"/>
  <Override PartName="/ppt/slides/slide398.xml" ContentType="application/vnd.openxmlformats-officedocument.presentationml.slide+xml"/>
  <Override PartName="/ppt/slides/slide39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00.xml" ContentType="application/vnd.openxmlformats-officedocument.presentationml.slide+xml"/>
  <Override PartName="/ppt/slides/slide401.xml" ContentType="application/vnd.openxmlformats-officedocument.presentationml.slide+xml"/>
  <Override PartName="/ppt/slides/slide402.xml" ContentType="application/vnd.openxmlformats-officedocument.presentationml.slide+xml"/>
  <Override PartName="/ppt/slides/slide403.xml" ContentType="application/vnd.openxmlformats-officedocument.presentationml.slide+xml"/>
  <Override PartName="/ppt/slides/slide404.xml" ContentType="application/vnd.openxmlformats-officedocument.presentationml.slide+xml"/>
  <Override PartName="/ppt/slides/slide405.xml" ContentType="application/vnd.openxmlformats-officedocument.presentationml.slide+xml"/>
  <Override PartName="/ppt/slides/slide406.xml" ContentType="application/vnd.openxmlformats-officedocument.presentationml.slide+xml"/>
  <Override PartName="/ppt/slides/slide407.xml" ContentType="application/vnd.openxmlformats-officedocument.presentationml.slide+xml"/>
  <Override PartName="/ppt/slides/slide408.xml" ContentType="application/vnd.openxmlformats-officedocument.presentationml.slide+xml"/>
  <Override PartName="/ppt/slides/slide409.xml" ContentType="application/vnd.openxmlformats-officedocument.presentationml.slide+xml"/>
  <Override PartName="/ppt/slides/slide41.xml" ContentType="application/vnd.openxmlformats-officedocument.presentationml.slide+xml"/>
  <Override PartName="/ppt/slides/slide410.xml" ContentType="application/vnd.openxmlformats-officedocument.presentationml.slide+xml"/>
  <Override PartName="/ppt/slides/slide411.xml" ContentType="application/vnd.openxmlformats-officedocument.presentationml.slide+xml"/>
  <Override PartName="/ppt/slides/slide412.xml" ContentType="application/vnd.openxmlformats-officedocument.presentationml.slide+xml"/>
  <Override PartName="/ppt/slides/slide413.xml" ContentType="application/vnd.openxmlformats-officedocument.presentationml.slide+xml"/>
  <Override PartName="/ppt/slides/slide414.xml" ContentType="application/vnd.openxmlformats-officedocument.presentationml.slide+xml"/>
  <Override PartName="/ppt/slides/slide415.xml" ContentType="application/vnd.openxmlformats-officedocument.presentationml.slide+xml"/>
  <Override PartName="/ppt/slides/slide416.xml" ContentType="application/vnd.openxmlformats-officedocument.presentationml.slide+xml"/>
  <Override PartName="/ppt/slides/slide417.xml" ContentType="application/vnd.openxmlformats-officedocument.presentationml.slide+xml"/>
  <Override PartName="/ppt/slides/slide418.xml" ContentType="application/vnd.openxmlformats-officedocument.presentationml.slide+xml"/>
  <Override PartName="/ppt/slides/slide419.xml" ContentType="application/vnd.openxmlformats-officedocument.presentationml.slide+xml"/>
  <Override PartName="/ppt/slides/slide42.xml" ContentType="application/vnd.openxmlformats-officedocument.presentationml.slide+xml"/>
  <Override PartName="/ppt/slides/slide420.xml" ContentType="application/vnd.openxmlformats-officedocument.presentationml.slide+xml"/>
  <Override PartName="/ppt/slides/slide421.xml" ContentType="application/vnd.openxmlformats-officedocument.presentationml.slide+xml"/>
  <Override PartName="/ppt/slides/slide422.xml" ContentType="application/vnd.openxmlformats-officedocument.presentationml.slide+xml"/>
  <Override PartName="/ppt/slides/slide423.xml" ContentType="application/vnd.openxmlformats-officedocument.presentationml.slide+xml"/>
  <Override PartName="/ppt/slides/slide424.xml" ContentType="application/vnd.openxmlformats-officedocument.presentationml.slide+xml"/>
  <Override PartName="/ppt/slides/slide425.xml" ContentType="application/vnd.openxmlformats-officedocument.presentationml.slide+xml"/>
  <Override PartName="/ppt/slides/slide426.xml" ContentType="application/vnd.openxmlformats-officedocument.presentationml.slide+xml"/>
  <Override PartName="/ppt/slides/slide427.xml" ContentType="application/vnd.openxmlformats-officedocument.presentationml.slide+xml"/>
  <Override PartName="/ppt/slides/slide428.xml" ContentType="application/vnd.openxmlformats-officedocument.presentationml.slide+xml"/>
  <Override PartName="/ppt/slides/slide429.xml" ContentType="application/vnd.openxmlformats-officedocument.presentationml.slide+xml"/>
  <Override PartName="/ppt/slides/slide43.xml" ContentType="application/vnd.openxmlformats-officedocument.presentationml.slide+xml"/>
  <Override PartName="/ppt/slides/slide430.xml" ContentType="application/vnd.openxmlformats-officedocument.presentationml.slide+xml"/>
  <Override PartName="/ppt/slides/slide431.xml" ContentType="application/vnd.openxmlformats-officedocument.presentationml.slide+xml"/>
  <Override PartName="/ppt/slides/slide432.xml" ContentType="application/vnd.openxmlformats-officedocument.presentationml.slide+xml"/>
  <Override PartName="/ppt/slides/slide433.xml" ContentType="application/vnd.openxmlformats-officedocument.presentationml.slide+xml"/>
  <Override PartName="/ppt/slides/slide434.xml" ContentType="application/vnd.openxmlformats-officedocument.presentationml.slide+xml"/>
  <Override PartName="/ppt/slides/slide435.xml" ContentType="application/vnd.openxmlformats-officedocument.presentationml.slide+xml"/>
  <Override PartName="/ppt/slides/slide436.xml" ContentType="application/vnd.openxmlformats-officedocument.presentationml.slide+xml"/>
  <Override PartName="/ppt/slides/slide437.xml" ContentType="application/vnd.openxmlformats-officedocument.presentationml.slide+xml"/>
  <Override PartName="/ppt/slides/slide438.xml" ContentType="application/vnd.openxmlformats-officedocument.presentationml.slide+xml"/>
  <Override PartName="/ppt/slides/slide439.xml" ContentType="application/vnd.openxmlformats-officedocument.presentationml.slide+xml"/>
  <Override PartName="/ppt/slides/slide44.xml" ContentType="application/vnd.openxmlformats-officedocument.presentationml.slide+xml"/>
  <Override PartName="/ppt/slides/slide440.xml" ContentType="application/vnd.openxmlformats-officedocument.presentationml.slide+xml"/>
  <Override PartName="/ppt/slides/slide441.xml" ContentType="application/vnd.openxmlformats-officedocument.presentationml.slide+xml"/>
  <Override PartName="/ppt/slides/slide442.xml" ContentType="application/vnd.openxmlformats-officedocument.presentationml.slide+xml"/>
  <Override PartName="/ppt/slides/slide443.xml" ContentType="application/vnd.openxmlformats-officedocument.presentationml.slide+xml"/>
  <Override PartName="/ppt/slides/slide444.xml" ContentType="application/vnd.openxmlformats-officedocument.presentationml.slide+xml"/>
  <Override PartName="/ppt/slides/slide445.xml" ContentType="application/vnd.openxmlformats-officedocument.presentationml.slide+xml"/>
  <Override PartName="/ppt/slides/slide446.xml" ContentType="application/vnd.openxmlformats-officedocument.presentationml.slide+xml"/>
  <Override PartName="/ppt/slides/slide447.xml" ContentType="application/vnd.openxmlformats-officedocument.presentationml.slide+xml"/>
  <Override PartName="/ppt/slides/slide448.xml" ContentType="application/vnd.openxmlformats-officedocument.presentationml.slide+xml"/>
  <Override PartName="/ppt/slides/slide449.xml" ContentType="application/vnd.openxmlformats-officedocument.presentationml.slide+xml"/>
  <Override PartName="/ppt/slides/slide45.xml" ContentType="application/vnd.openxmlformats-officedocument.presentationml.slide+xml"/>
  <Override PartName="/ppt/slides/slide450.xml" ContentType="application/vnd.openxmlformats-officedocument.presentationml.slide+xml"/>
  <Override PartName="/ppt/slides/slide451.xml" ContentType="application/vnd.openxmlformats-officedocument.presentationml.slide+xml"/>
  <Override PartName="/ppt/slides/slide452.xml" ContentType="application/vnd.openxmlformats-officedocument.presentationml.slide+xml"/>
  <Override PartName="/ppt/slides/slide453.xml" ContentType="application/vnd.openxmlformats-officedocument.presentationml.slide+xml"/>
  <Override PartName="/ppt/slides/slide454.xml" ContentType="application/vnd.openxmlformats-officedocument.presentationml.slide+xml"/>
  <Override PartName="/ppt/slides/slide455.xml" ContentType="application/vnd.openxmlformats-officedocument.presentationml.slide+xml"/>
  <Override PartName="/ppt/slides/slide456.xml" ContentType="application/vnd.openxmlformats-officedocument.presentationml.slide+xml"/>
  <Override PartName="/ppt/slides/slide457.xml" ContentType="application/vnd.openxmlformats-officedocument.presentationml.slide+xml"/>
  <Override PartName="/ppt/slides/slide458.xml" ContentType="application/vnd.openxmlformats-officedocument.presentationml.slide+xml"/>
  <Override PartName="/ppt/slides/slide459.xml" ContentType="application/vnd.openxmlformats-officedocument.presentationml.slide+xml"/>
  <Override PartName="/ppt/slides/slide46.xml" ContentType="application/vnd.openxmlformats-officedocument.presentationml.slide+xml"/>
  <Override PartName="/ppt/slides/slide460.xml" ContentType="application/vnd.openxmlformats-officedocument.presentationml.slide+xml"/>
  <Override PartName="/ppt/slides/slide461.xml" ContentType="application/vnd.openxmlformats-officedocument.presentationml.slide+xml"/>
  <Override PartName="/ppt/slides/slide462.xml" ContentType="application/vnd.openxmlformats-officedocument.presentationml.slide+xml"/>
  <Override PartName="/ppt/slides/slide463.xml" ContentType="application/vnd.openxmlformats-officedocument.presentationml.slide+xml"/>
  <Override PartName="/ppt/slides/slide464.xml" ContentType="application/vnd.openxmlformats-officedocument.presentationml.slide+xml"/>
  <Override PartName="/ppt/slides/slide465.xml" ContentType="application/vnd.openxmlformats-officedocument.presentationml.slide+xml"/>
  <Override PartName="/ppt/slides/slide466.xml" ContentType="application/vnd.openxmlformats-officedocument.presentationml.slide+xml"/>
  <Override PartName="/ppt/slides/slide467.xml" ContentType="application/vnd.openxmlformats-officedocument.presentationml.slide+xml"/>
  <Override PartName="/ppt/slides/slide468.xml" ContentType="application/vnd.openxmlformats-officedocument.presentationml.slide+xml"/>
  <Override PartName="/ppt/slides/slide469.xml" ContentType="application/vnd.openxmlformats-officedocument.presentationml.slide+xml"/>
  <Override PartName="/ppt/slides/slide47.xml" ContentType="application/vnd.openxmlformats-officedocument.presentationml.slide+xml"/>
  <Override PartName="/ppt/slides/slide470.xml" ContentType="application/vnd.openxmlformats-officedocument.presentationml.slide+xml"/>
  <Override PartName="/ppt/slides/slide471.xml" ContentType="application/vnd.openxmlformats-officedocument.presentationml.slide+xml"/>
  <Override PartName="/ppt/slides/slide472.xml" ContentType="application/vnd.openxmlformats-officedocument.presentationml.slide+xml"/>
  <Override PartName="/ppt/slides/slide473.xml" ContentType="application/vnd.openxmlformats-officedocument.presentationml.slide+xml"/>
  <Override PartName="/ppt/slides/slide474.xml" ContentType="application/vnd.openxmlformats-officedocument.presentationml.slide+xml"/>
  <Override PartName="/ppt/slides/slide475.xml" ContentType="application/vnd.openxmlformats-officedocument.presentationml.slide+xml"/>
  <Override PartName="/ppt/slides/slide476.xml" ContentType="application/vnd.openxmlformats-officedocument.presentationml.slide+xml"/>
  <Override PartName="/ppt/slides/slide477.xml" ContentType="application/vnd.openxmlformats-officedocument.presentationml.slide+xml"/>
  <Override PartName="/ppt/slides/slide478.xml" ContentType="application/vnd.openxmlformats-officedocument.presentationml.slide+xml"/>
  <Override PartName="/ppt/slides/slide479.xml" ContentType="application/vnd.openxmlformats-officedocument.presentationml.slide+xml"/>
  <Override PartName="/ppt/slides/slide48.xml" ContentType="application/vnd.openxmlformats-officedocument.presentationml.slide+xml"/>
  <Override PartName="/ppt/slides/slide480.xml" ContentType="application/vnd.openxmlformats-officedocument.presentationml.slide+xml"/>
  <Override PartName="/ppt/slides/slide481.xml" ContentType="application/vnd.openxmlformats-officedocument.presentationml.slide+xml"/>
  <Override PartName="/ppt/slides/slide482.xml" ContentType="application/vnd.openxmlformats-officedocument.presentationml.slide+xml"/>
  <Override PartName="/ppt/slides/slide483.xml" ContentType="application/vnd.openxmlformats-officedocument.presentationml.slide+xml"/>
  <Override PartName="/ppt/slides/slide484.xml" ContentType="application/vnd.openxmlformats-officedocument.presentationml.slide+xml"/>
  <Override PartName="/ppt/slides/slide485.xml" ContentType="application/vnd.openxmlformats-officedocument.presentationml.slide+xml"/>
  <Override PartName="/ppt/slides/slide486.xml" ContentType="application/vnd.openxmlformats-officedocument.presentationml.slide+xml"/>
  <Override PartName="/ppt/slides/slide487.xml" ContentType="application/vnd.openxmlformats-officedocument.presentationml.slide+xml"/>
  <Override PartName="/ppt/slides/slide488.xml" ContentType="application/vnd.openxmlformats-officedocument.presentationml.slide+xml"/>
  <Override PartName="/ppt/slides/slide489.xml" ContentType="application/vnd.openxmlformats-officedocument.presentationml.slide+xml"/>
  <Override PartName="/ppt/slides/slide49.xml" ContentType="application/vnd.openxmlformats-officedocument.presentationml.slide+xml"/>
  <Override PartName="/ppt/slides/slide490.xml" ContentType="application/vnd.openxmlformats-officedocument.presentationml.slide+xml"/>
  <Override PartName="/ppt/slides/slide491.xml" ContentType="application/vnd.openxmlformats-officedocument.presentationml.slide+xml"/>
  <Override PartName="/ppt/slides/slide492.xml" ContentType="application/vnd.openxmlformats-officedocument.presentationml.slide+xml"/>
  <Override PartName="/ppt/slides/slide493.xml" ContentType="application/vnd.openxmlformats-officedocument.presentationml.slide+xml"/>
  <Override PartName="/ppt/slides/slide494.xml" ContentType="application/vnd.openxmlformats-officedocument.presentationml.slide+xml"/>
  <Override PartName="/ppt/slides/slide495.xml" ContentType="application/vnd.openxmlformats-officedocument.presentationml.slide+xml"/>
  <Override PartName="/ppt/slides/slide496.xml" ContentType="application/vnd.openxmlformats-officedocument.presentationml.slide+xml"/>
  <Override PartName="/ppt/slides/slide497.xml" ContentType="application/vnd.openxmlformats-officedocument.presentationml.slide+xml"/>
  <Override PartName="/ppt/slides/slide498.xml" ContentType="application/vnd.openxmlformats-officedocument.presentationml.slide+xml"/>
  <Override PartName="/ppt/slides/slide49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00.xml" ContentType="application/vnd.openxmlformats-officedocument.presentationml.slide+xml"/>
  <Override PartName="/ppt/slides/slide501.xml" ContentType="application/vnd.openxmlformats-officedocument.presentationml.slide+xml"/>
  <Override PartName="/ppt/slides/slide502.xml" ContentType="application/vnd.openxmlformats-officedocument.presentationml.slide+xml"/>
  <Override PartName="/ppt/slides/slide503.xml" ContentType="application/vnd.openxmlformats-officedocument.presentationml.slide+xml"/>
  <Override PartName="/ppt/slides/slide504.xml" ContentType="application/vnd.openxmlformats-officedocument.presentationml.slide+xml"/>
  <Override PartName="/ppt/slides/slide505.xml" ContentType="application/vnd.openxmlformats-officedocument.presentationml.slide+xml"/>
  <Override PartName="/ppt/slides/slide506.xml" ContentType="application/vnd.openxmlformats-officedocument.presentationml.slide+xml"/>
  <Override PartName="/ppt/slides/slide507.xml" ContentType="application/vnd.openxmlformats-officedocument.presentationml.slide+xml"/>
  <Override PartName="/ppt/slides/slide508.xml" ContentType="application/vnd.openxmlformats-officedocument.presentationml.slide+xml"/>
  <Override PartName="/ppt/slides/slide509.xml" ContentType="application/vnd.openxmlformats-officedocument.presentationml.slide+xml"/>
  <Override PartName="/ppt/slides/slide51.xml" ContentType="application/vnd.openxmlformats-officedocument.presentationml.slide+xml"/>
  <Override PartName="/ppt/slides/slide510.xml" ContentType="application/vnd.openxmlformats-officedocument.presentationml.slide+xml"/>
  <Override PartName="/ppt/slides/slide511.xml" ContentType="application/vnd.openxmlformats-officedocument.presentationml.slide+xml"/>
  <Override PartName="/ppt/slides/slide512.xml" ContentType="application/vnd.openxmlformats-officedocument.presentationml.slide+xml"/>
  <Override PartName="/ppt/slides/slide513.xml" ContentType="application/vnd.openxmlformats-officedocument.presentationml.slide+xml"/>
  <Override PartName="/ppt/slides/slide514.xml" ContentType="application/vnd.openxmlformats-officedocument.presentationml.slide+xml"/>
  <Override PartName="/ppt/slides/slide515.xml" ContentType="application/vnd.openxmlformats-officedocument.presentationml.slide+xml"/>
  <Override PartName="/ppt/slides/slide516.xml" ContentType="application/vnd.openxmlformats-officedocument.presentationml.slide+xml"/>
  <Override PartName="/ppt/slides/slide517.xml" ContentType="application/vnd.openxmlformats-officedocument.presentationml.slide+xml"/>
  <Override PartName="/ppt/slides/slide518.xml" ContentType="application/vnd.openxmlformats-officedocument.presentationml.slide+xml"/>
  <Override PartName="/ppt/slides/slide519.xml" ContentType="application/vnd.openxmlformats-officedocument.presentationml.slide+xml"/>
  <Override PartName="/ppt/slides/slide52.xml" ContentType="application/vnd.openxmlformats-officedocument.presentationml.slide+xml"/>
  <Override PartName="/ppt/slides/slide520.xml" ContentType="application/vnd.openxmlformats-officedocument.presentationml.slide+xml"/>
  <Override PartName="/ppt/slides/slide521.xml" ContentType="application/vnd.openxmlformats-officedocument.presentationml.slide+xml"/>
  <Override PartName="/ppt/slides/slide522.xml" ContentType="application/vnd.openxmlformats-officedocument.presentationml.slide+xml"/>
  <Override PartName="/ppt/slides/slide523.xml" ContentType="application/vnd.openxmlformats-officedocument.presentationml.slide+xml"/>
  <Override PartName="/ppt/slides/slide524.xml" ContentType="application/vnd.openxmlformats-officedocument.presentationml.slide+xml"/>
  <Override PartName="/ppt/slides/slide525.xml" ContentType="application/vnd.openxmlformats-officedocument.presentationml.slide+xml"/>
  <Override PartName="/ppt/slides/slide526.xml" ContentType="application/vnd.openxmlformats-officedocument.presentationml.slide+xml"/>
  <Override PartName="/ppt/slides/slide527.xml" ContentType="application/vnd.openxmlformats-officedocument.presentationml.slide+xml"/>
  <Override PartName="/ppt/slides/slide528.xml" ContentType="application/vnd.openxmlformats-officedocument.presentationml.slide+xml"/>
  <Override PartName="/ppt/slides/slide529.xml" ContentType="application/vnd.openxmlformats-officedocument.presentationml.slide+xml"/>
  <Override PartName="/ppt/slides/slide53.xml" ContentType="application/vnd.openxmlformats-officedocument.presentationml.slide+xml"/>
  <Override PartName="/ppt/slides/slide530.xml" ContentType="application/vnd.openxmlformats-officedocument.presentationml.slide+xml"/>
  <Override PartName="/ppt/slides/slide531.xml" ContentType="application/vnd.openxmlformats-officedocument.presentationml.slide+xml"/>
  <Override PartName="/ppt/slides/slide532.xml" ContentType="application/vnd.openxmlformats-officedocument.presentationml.slide+xml"/>
  <Override PartName="/ppt/slides/slide533.xml" ContentType="application/vnd.openxmlformats-officedocument.presentationml.slide+xml"/>
  <Override PartName="/ppt/slides/slide534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  <p:sldId id="600" r:id="rId351"/>
    <p:sldId id="601" r:id="rId352"/>
    <p:sldId id="602" r:id="rId353"/>
    <p:sldId id="603" r:id="rId354"/>
    <p:sldId id="604" r:id="rId355"/>
    <p:sldId id="605" r:id="rId356"/>
    <p:sldId id="606" r:id="rId357"/>
    <p:sldId id="607" r:id="rId358"/>
    <p:sldId id="608" r:id="rId359"/>
    <p:sldId id="609" r:id="rId360"/>
    <p:sldId id="610" r:id="rId361"/>
    <p:sldId id="611" r:id="rId362"/>
    <p:sldId id="612" r:id="rId363"/>
    <p:sldId id="613" r:id="rId364"/>
    <p:sldId id="614" r:id="rId365"/>
    <p:sldId id="615" r:id="rId366"/>
    <p:sldId id="616" r:id="rId367"/>
    <p:sldId id="617" r:id="rId368"/>
    <p:sldId id="618" r:id="rId369"/>
    <p:sldId id="619" r:id="rId370"/>
    <p:sldId id="620" r:id="rId371"/>
    <p:sldId id="621" r:id="rId372"/>
    <p:sldId id="622" r:id="rId373"/>
    <p:sldId id="623" r:id="rId374"/>
    <p:sldId id="624" r:id="rId375"/>
    <p:sldId id="625" r:id="rId376"/>
    <p:sldId id="626" r:id="rId377"/>
    <p:sldId id="627" r:id="rId378"/>
    <p:sldId id="628" r:id="rId379"/>
    <p:sldId id="629" r:id="rId380"/>
    <p:sldId id="630" r:id="rId381"/>
    <p:sldId id="631" r:id="rId382"/>
    <p:sldId id="632" r:id="rId383"/>
    <p:sldId id="633" r:id="rId384"/>
    <p:sldId id="634" r:id="rId385"/>
    <p:sldId id="635" r:id="rId386"/>
    <p:sldId id="636" r:id="rId387"/>
    <p:sldId id="637" r:id="rId388"/>
    <p:sldId id="638" r:id="rId389"/>
    <p:sldId id="639" r:id="rId390"/>
    <p:sldId id="640" r:id="rId391"/>
    <p:sldId id="641" r:id="rId392"/>
    <p:sldId id="642" r:id="rId393"/>
    <p:sldId id="643" r:id="rId394"/>
    <p:sldId id="644" r:id="rId395"/>
    <p:sldId id="645" r:id="rId396"/>
    <p:sldId id="646" r:id="rId397"/>
    <p:sldId id="647" r:id="rId398"/>
    <p:sldId id="648" r:id="rId399"/>
    <p:sldId id="649" r:id="rId400"/>
    <p:sldId id="650" r:id="rId401"/>
    <p:sldId id="651" r:id="rId402"/>
    <p:sldId id="652" r:id="rId403"/>
    <p:sldId id="653" r:id="rId404"/>
    <p:sldId id="654" r:id="rId405"/>
    <p:sldId id="655" r:id="rId406"/>
    <p:sldId id="656" r:id="rId407"/>
    <p:sldId id="657" r:id="rId408"/>
    <p:sldId id="658" r:id="rId409"/>
    <p:sldId id="659" r:id="rId410"/>
    <p:sldId id="660" r:id="rId411"/>
    <p:sldId id="661" r:id="rId412"/>
    <p:sldId id="662" r:id="rId413"/>
    <p:sldId id="663" r:id="rId414"/>
    <p:sldId id="664" r:id="rId415"/>
    <p:sldId id="665" r:id="rId416"/>
    <p:sldId id="666" r:id="rId417"/>
    <p:sldId id="667" r:id="rId418"/>
    <p:sldId id="668" r:id="rId419"/>
    <p:sldId id="669" r:id="rId420"/>
    <p:sldId id="670" r:id="rId421"/>
    <p:sldId id="671" r:id="rId422"/>
    <p:sldId id="672" r:id="rId423"/>
    <p:sldId id="673" r:id="rId424"/>
    <p:sldId id="674" r:id="rId425"/>
    <p:sldId id="675" r:id="rId426"/>
    <p:sldId id="676" r:id="rId427"/>
    <p:sldId id="677" r:id="rId428"/>
    <p:sldId id="678" r:id="rId429"/>
    <p:sldId id="679" r:id="rId430"/>
    <p:sldId id="680" r:id="rId431"/>
    <p:sldId id="681" r:id="rId432"/>
    <p:sldId id="682" r:id="rId433"/>
    <p:sldId id="683" r:id="rId434"/>
    <p:sldId id="684" r:id="rId435"/>
    <p:sldId id="685" r:id="rId436"/>
    <p:sldId id="686" r:id="rId437"/>
    <p:sldId id="687" r:id="rId438"/>
    <p:sldId id="688" r:id="rId439"/>
    <p:sldId id="689" r:id="rId440"/>
    <p:sldId id="690" r:id="rId441"/>
    <p:sldId id="691" r:id="rId442"/>
    <p:sldId id="692" r:id="rId443"/>
    <p:sldId id="693" r:id="rId444"/>
    <p:sldId id="694" r:id="rId445"/>
    <p:sldId id="695" r:id="rId446"/>
    <p:sldId id="696" r:id="rId447"/>
    <p:sldId id="697" r:id="rId448"/>
    <p:sldId id="698" r:id="rId449"/>
    <p:sldId id="699" r:id="rId450"/>
    <p:sldId id="700" r:id="rId451"/>
    <p:sldId id="701" r:id="rId452"/>
    <p:sldId id="702" r:id="rId453"/>
    <p:sldId id="703" r:id="rId454"/>
    <p:sldId id="704" r:id="rId455"/>
    <p:sldId id="705" r:id="rId456"/>
    <p:sldId id="706" r:id="rId457"/>
    <p:sldId id="707" r:id="rId458"/>
    <p:sldId id="708" r:id="rId459"/>
    <p:sldId id="709" r:id="rId460"/>
    <p:sldId id="710" r:id="rId461"/>
    <p:sldId id="711" r:id="rId462"/>
    <p:sldId id="712" r:id="rId463"/>
    <p:sldId id="713" r:id="rId464"/>
    <p:sldId id="714" r:id="rId465"/>
    <p:sldId id="715" r:id="rId466"/>
    <p:sldId id="716" r:id="rId467"/>
    <p:sldId id="717" r:id="rId468"/>
    <p:sldId id="718" r:id="rId469"/>
    <p:sldId id="719" r:id="rId470"/>
    <p:sldId id="720" r:id="rId471"/>
    <p:sldId id="721" r:id="rId472"/>
    <p:sldId id="722" r:id="rId473"/>
    <p:sldId id="723" r:id="rId474"/>
    <p:sldId id="724" r:id="rId475"/>
    <p:sldId id="725" r:id="rId476"/>
    <p:sldId id="726" r:id="rId477"/>
    <p:sldId id="727" r:id="rId478"/>
    <p:sldId id="728" r:id="rId479"/>
    <p:sldId id="729" r:id="rId480"/>
    <p:sldId id="730" r:id="rId481"/>
    <p:sldId id="731" r:id="rId482"/>
    <p:sldId id="732" r:id="rId483"/>
    <p:sldId id="733" r:id="rId484"/>
    <p:sldId id="734" r:id="rId485"/>
    <p:sldId id="735" r:id="rId486"/>
    <p:sldId id="736" r:id="rId487"/>
    <p:sldId id="737" r:id="rId488"/>
    <p:sldId id="738" r:id="rId489"/>
    <p:sldId id="739" r:id="rId490"/>
    <p:sldId id="740" r:id="rId491"/>
    <p:sldId id="741" r:id="rId492"/>
    <p:sldId id="742" r:id="rId493"/>
    <p:sldId id="743" r:id="rId494"/>
    <p:sldId id="744" r:id="rId495"/>
    <p:sldId id="745" r:id="rId496"/>
    <p:sldId id="746" r:id="rId497"/>
    <p:sldId id="747" r:id="rId498"/>
    <p:sldId id="748" r:id="rId499"/>
    <p:sldId id="749" r:id="rId500"/>
    <p:sldId id="750" r:id="rId501"/>
    <p:sldId id="751" r:id="rId502"/>
    <p:sldId id="752" r:id="rId503"/>
    <p:sldId id="753" r:id="rId504"/>
    <p:sldId id="754" r:id="rId505"/>
    <p:sldId id="755" r:id="rId506"/>
    <p:sldId id="756" r:id="rId507"/>
    <p:sldId id="757" r:id="rId508"/>
    <p:sldId id="758" r:id="rId509"/>
    <p:sldId id="759" r:id="rId510"/>
    <p:sldId id="760" r:id="rId511"/>
    <p:sldId id="761" r:id="rId512"/>
    <p:sldId id="762" r:id="rId513"/>
    <p:sldId id="763" r:id="rId514"/>
    <p:sldId id="764" r:id="rId515"/>
    <p:sldId id="765" r:id="rId516"/>
    <p:sldId id="766" r:id="rId517"/>
    <p:sldId id="767" r:id="rId518"/>
    <p:sldId id="768" r:id="rId519"/>
    <p:sldId id="769" r:id="rId520"/>
    <p:sldId id="770" r:id="rId521"/>
    <p:sldId id="771" r:id="rId522"/>
    <p:sldId id="772" r:id="rId523"/>
    <p:sldId id="773" r:id="rId524"/>
    <p:sldId id="774" r:id="rId525"/>
    <p:sldId id="775" r:id="rId526"/>
    <p:sldId id="776" r:id="rId527"/>
    <p:sldId id="777" r:id="rId528"/>
    <p:sldId id="778" r:id="rId529"/>
    <p:sldId id="779" r:id="rId530"/>
    <p:sldId id="780" r:id="rId531"/>
    <p:sldId id="781" r:id="rId532"/>
    <p:sldId id="782" r:id="rId533"/>
    <p:sldId id="783" r:id="rId534"/>
    <p:sldId id="784" r:id="rId535"/>
    <p:sldId id="785" r:id="rId536"/>
    <p:sldId id="786" r:id="rId537"/>
    <p:sldId id="787" r:id="rId538"/>
    <p:sldId id="788" r:id="rId539"/>
    <p:sldId id="789" r:id="rId5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Relationship Id="rId351" Type="http://schemas.openxmlformats.org/officeDocument/2006/relationships/slide" Target="slides/slide345.xml"/><Relationship Id="rId352" Type="http://schemas.openxmlformats.org/officeDocument/2006/relationships/slide" Target="slides/slide346.xml"/><Relationship Id="rId353" Type="http://schemas.openxmlformats.org/officeDocument/2006/relationships/slide" Target="slides/slide347.xml"/><Relationship Id="rId354" Type="http://schemas.openxmlformats.org/officeDocument/2006/relationships/slide" Target="slides/slide348.xml"/><Relationship Id="rId355" Type="http://schemas.openxmlformats.org/officeDocument/2006/relationships/slide" Target="slides/slide349.xml"/><Relationship Id="rId356" Type="http://schemas.openxmlformats.org/officeDocument/2006/relationships/slide" Target="slides/slide350.xml"/><Relationship Id="rId357" Type="http://schemas.openxmlformats.org/officeDocument/2006/relationships/slide" Target="slides/slide351.xml"/><Relationship Id="rId358" Type="http://schemas.openxmlformats.org/officeDocument/2006/relationships/slide" Target="slides/slide352.xml"/><Relationship Id="rId359" Type="http://schemas.openxmlformats.org/officeDocument/2006/relationships/slide" Target="slides/slide353.xml"/><Relationship Id="rId360" Type="http://schemas.openxmlformats.org/officeDocument/2006/relationships/slide" Target="slides/slide354.xml"/><Relationship Id="rId361" Type="http://schemas.openxmlformats.org/officeDocument/2006/relationships/slide" Target="slides/slide355.xml"/><Relationship Id="rId362" Type="http://schemas.openxmlformats.org/officeDocument/2006/relationships/slide" Target="slides/slide356.xml"/><Relationship Id="rId363" Type="http://schemas.openxmlformats.org/officeDocument/2006/relationships/slide" Target="slides/slide357.xml"/><Relationship Id="rId364" Type="http://schemas.openxmlformats.org/officeDocument/2006/relationships/slide" Target="slides/slide358.xml"/><Relationship Id="rId365" Type="http://schemas.openxmlformats.org/officeDocument/2006/relationships/slide" Target="slides/slide359.xml"/><Relationship Id="rId366" Type="http://schemas.openxmlformats.org/officeDocument/2006/relationships/slide" Target="slides/slide360.xml"/><Relationship Id="rId367" Type="http://schemas.openxmlformats.org/officeDocument/2006/relationships/slide" Target="slides/slide361.xml"/><Relationship Id="rId368" Type="http://schemas.openxmlformats.org/officeDocument/2006/relationships/slide" Target="slides/slide362.xml"/><Relationship Id="rId369" Type="http://schemas.openxmlformats.org/officeDocument/2006/relationships/slide" Target="slides/slide363.xml"/><Relationship Id="rId370" Type="http://schemas.openxmlformats.org/officeDocument/2006/relationships/slide" Target="slides/slide364.xml"/><Relationship Id="rId371" Type="http://schemas.openxmlformats.org/officeDocument/2006/relationships/slide" Target="slides/slide365.xml"/><Relationship Id="rId372" Type="http://schemas.openxmlformats.org/officeDocument/2006/relationships/slide" Target="slides/slide366.xml"/><Relationship Id="rId373" Type="http://schemas.openxmlformats.org/officeDocument/2006/relationships/slide" Target="slides/slide367.xml"/><Relationship Id="rId374" Type="http://schemas.openxmlformats.org/officeDocument/2006/relationships/slide" Target="slides/slide368.xml"/><Relationship Id="rId375" Type="http://schemas.openxmlformats.org/officeDocument/2006/relationships/slide" Target="slides/slide369.xml"/><Relationship Id="rId376" Type="http://schemas.openxmlformats.org/officeDocument/2006/relationships/slide" Target="slides/slide370.xml"/><Relationship Id="rId377" Type="http://schemas.openxmlformats.org/officeDocument/2006/relationships/slide" Target="slides/slide371.xml"/><Relationship Id="rId378" Type="http://schemas.openxmlformats.org/officeDocument/2006/relationships/slide" Target="slides/slide372.xml"/><Relationship Id="rId379" Type="http://schemas.openxmlformats.org/officeDocument/2006/relationships/slide" Target="slides/slide373.xml"/><Relationship Id="rId380" Type="http://schemas.openxmlformats.org/officeDocument/2006/relationships/slide" Target="slides/slide374.xml"/><Relationship Id="rId381" Type="http://schemas.openxmlformats.org/officeDocument/2006/relationships/slide" Target="slides/slide375.xml"/><Relationship Id="rId382" Type="http://schemas.openxmlformats.org/officeDocument/2006/relationships/slide" Target="slides/slide376.xml"/><Relationship Id="rId383" Type="http://schemas.openxmlformats.org/officeDocument/2006/relationships/slide" Target="slides/slide377.xml"/><Relationship Id="rId384" Type="http://schemas.openxmlformats.org/officeDocument/2006/relationships/slide" Target="slides/slide378.xml"/><Relationship Id="rId385" Type="http://schemas.openxmlformats.org/officeDocument/2006/relationships/slide" Target="slides/slide379.xml"/><Relationship Id="rId386" Type="http://schemas.openxmlformats.org/officeDocument/2006/relationships/slide" Target="slides/slide380.xml"/><Relationship Id="rId387" Type="http://schemas.openxmlformats.org/officeDocument/2006/relationships/slide" Target="slides/slide381.xml"/><Relationship Id="rId388" Type="http://schemas.openxmlformats.org/officeDocument/2006/relationships/slide" Target="slides/slide382.xml"/><Relationship Id="rId389" Type="http://schemas.openxmlformats.org/officeDocument/2006/relationships/slide" Target="slides/slide383.xml"/><Relationship Id="rId390" Type="http://schemas.openxmlformats.org/officeDocument/2006/relationships/slide" Target="slides/slide384.xml"/><Relationship Id="rId391" Type="http://schemas.openxmlformats.org/officeDocument/2006/relationships/slide" Target="slides/slide385.xml"/><Relationship Id="rId392" Type="http://schemas.openxmlformats.org/officeDocument/2006/relationships/slide" Target="slides/slide386.xml"/><Relationship Id="rId393" Type="http://schemas.openxmlformats.org/officeDocument/2006/relationships/slide" Target="slides/slide387.xml"/><Relationship Id="rId394" Type="http://schemas.openxmlformats.org/officeDocument/2006/relationships/slide" Target="slides/slide388.xml"/><Relationship Id="rId395" Type="http://schemas.openxmlformats.org/officeDocument/2006/relationships/slide" Target="slides/slide389.xml"/><Relationship Id="rId396" Type="http://schemas.openxmlformats.org/officeDocument/2006/relationships/slide" Target="slides/slide390.xml"/><Relationship Id="rId397" Type="http://schemas.openxmlformats.org/officeDocument/2006/relationships/slide" Target="slides/slide391.xml"/><Relationship Id="rId398" Type="http://schemas.openxmlformats.org/officeDocument/2006/relationships/slide" Target="slides/slide392.xml"/><Relationship Id="rId399" Type="http://schemas.openxmlformats.org/officeDocument/2006/relationships/slide" Target="slides/slide393.xml"/><Relationship Id="rId400" Type="http://schemas.openxmlformats.org/officeDocument/2006/relationships/slide" Target="slides/slide394.xml"/><Relationship Id="rId401" Type="http://schemas.openxmlformats.org/officeDocument/2006/relationships/slide" Target="slides/slide395.xml"/><Relationship Id="rId402" Type="http://schemas.openxmlformats.org/officeDocument/2006/relationships/slide" Target="slides/slide396.xml"/><Relationship Id="rId403" Type="http://schemas.openxmlformats.org/officeDocument/2006/relationships/slide" Target="slides/slide397.xml"/><Relationship Id="rId404" Type="http://schemas.openxmlformats.org/officeDocument/2006/relationships/slide" Target="slides/slide398.xml"/><Relationship Id="rId405" Type="http://schemas.openxmlformats.org/officeDocument/2006/relationships/slide" Target="slides/slide399.xml"/><Relationship Id="rId406" Type="http://schemas.openxmlformats.org/officeDocument/2006/relationships/slide" Target="slides/slide400.xml"/><Relationship Id="rId407" Type="http://schemas.openxmlformats.org/officeDocument/2006/relationships/slide" Target="slides/slide401.xml"/><Relationship Id="rId408" Type="http://schemas.openxmlformats.org/officeDocument/2006/relationships/slide" Target="slides/slide402.xml"/><Relationship Id="rId409" Type="http://schemas.openxmlformats.org/officeDocument/2006/relationships/slide" Target="slides/slide403.xml"/><Relationship Id="rId410" Type="http://schemas.openxmlformats.org/officeDocument/2006/relationships/slide" Target="slides/slide404.xml"/><Relationship Id="rId411" Type="http://schemas.openxmlformats.org/officeDocument/2006/relationships/slide" Target="slides/slide405.xml"/><Relationship Id="rId412" Type="http://schemas.openxmlformats.org/officeDocument/2006/relationships/slide" Target="slides/slide406.xml"/><Relationship Id="rId413" Type="http://schemas.openxmlformats.org/officeDocument/2006/relationships/slide" Target="slides/slide407.xml"/><Relationship Id="rId414" Type="http://schemas.openxmlformats.org/officeDocument/2006/relationships/slide" Target="slides/slide408.xml"/><Relationship Id="rId415" Type="http://schemas.openxmlformats.org/officeDocument/2006/relationships/slide" Target="slides/slide409.xml"/><Relationship Id="rId416" Type="http://schemas.openxmlformats.org/officeDocument/2006/relationships/slide" Target="slides/slide410.xml"/><Relationship Id="rId417" Type="http://schemas.openxmlformats.org/officeDocument/2006/relationships/slide" Target="slides/slide411.xml"/><Relationship Id="rId418" Type="http://schemas.openxmlformats.org/officeDocument/2006/relationships/slide" Target="slides/slide412.xml"/><Relationship Id="rId419" Type="http://schemas.openxmlformats.org/officeDocument/2006/relationships/slide" Target="slides/slide413.xml"/><Relationship Id="rId420" Type="http://schemas.openxmlformats.org/officeDocument/2006/relationships/slide" Target="slides/slide414.xml"/><Relationship Id="rId421" Type="http://schemas.openxmlformats.org/officeDocument/2006/relationships/slide" Target="slides/slide415.xml"/><Relationship Id="rId422" Type="http://schemas.openxmlformats.org/officeDocument/2006/relationships/slide" Target="slides/slide416.xml"/><Relationship Id="rId423" Type="http://schemas.openxmlformats.org/officeDocument/2006/relationships/slide" Target="slides/slide417.xml"/><Relationship Id="rId424" Type="http://schemas.openxmlformats.org/officeDocument/2006/relationships/slide" Target="slides/slide418.xml"/><Relationship Id="rId425" Type="http://schemas.openxmlformats.org/officeDocument/2006/relationships/slide" Target="slides/slide419.xml"/><Relationship Id="rId426" Type="http://schemas.openxmlformats.org/officeDocument/2006/relationships/slide" Target="slides/slide420.xml"/><Relationship Id="rId427" Type="http://schemas.openxmlformats.org/officeDocument/2006/relationships/slide" Target="slides/slide421.xml"/><Relationship Id="rId428" Type="http://schemas.openxmlformats.org/officeDocument/2006/relationships/slide" Target="slides/slide422.xml"/><Relationship Id="rId429" Type="http://schemas.openxmlformats.org/officeDocument/2006/relationships/slide" Target="slides/slide423.xml"/><Relationship Id="rId430" Type="http://schemas.openxmlformats.org/officeDocument/2006/relationships/slide" Target="slides/slide424.xml"/><Relationship Id="rId431" Type="http://schemas.openxmlformats.org/officeDocument/2006/relationships/slide" Target="slides/slide425.xml"/><Relationship Id="rId432" Type="http://schemas.openxmlformats.org/officeDocument/2006/relationships/slide" Target="slides/slide426.xml"/><Relationship Id="rId433" Type="http://schemas.openxmlformats.org/officeDocument/2006/relationships/slide" Target="slides/slide427.xml"/><Relationship Id="rId434" Type="http://schemas.openxmlformats.org/officeDocument/2006/relationships/slide" Target="slides/slide428.xml"/><Relationship Id="rId435" Type="http://schemas.openxmlformats.org/officeDocument/2006/relationships/slide" Target="slides/slide429.xml"/><Relationship Id="rId436" Type="http://schemas.openxmlformats.org/officeDocument/2006/relationships/slide" Target="slides/slide430.xml"/><Relationship Id="rId437" Type="http://schemas.openxmlformats.org/officeDocument/2006/relationships/slide" Target="slides/slide431.xml"/><Relationship Id="rId438" Type="http://schemas.openxmlformats.org/officeDocument/2006/relationships/slide" Target="slides/slide432.xml"/><Relationship Id="rId439" Type="http://schemas.openxmlformats.org/officeDocument/2006/relationships/slide" Target="slides/slide433.xml"/><Relationship Id="rId440" Type="http://schemas.openxmlformats.org/officeDocument/2006/relationships/slide" Target="slides/slide434.xml"/><Relationship Id="rId441" Type="http://schemas.openxmlformats.org/officeDocument/2006/relationships/slide" Target="slides/slide435.xml"/><Relationship Id="rId442" Type="http://schemas.openxmlformats.org/officeDocument/2006/relationships/slide" Target="slides/slide436.xml"/><Relationship Id="rId443" Type="http://schemas.openxmlformats.org/officeDocument/2006/relationships/slide" Target="slides/slide437.xml"/><Relationship Id="rId444" Type="http://schemas.openxmlformats.org/officeDocument/2006/relationships/slide" Target="slides/slide438.xml"/><Relationship Id="rId445" Type="http://schemas.openxmlformats.org/officeDocument/2006/relationships/slide" Target="slides/slide439.xml"/><Relationship Id="rId446" Type="http://schemas.openxmlformats.org/officeDocument/2006/relationships/slide" Target="slides/slide440.xml"/><Relationship Id="rId447" Type="http://schemas.openxmlformats.org/officeDocument/2006/relationships/slide" Target="slides/slide441.xml"/><Relationship Id="rId448" Type="http://schemas.openxmlformats.org/officeDocument/2006/relationships/slide" Target="slides/slide442.xml"/><Relationship Id="rId449" Type="http://schemas.openxmlformats.org/officeDocument/2006/relationships/slide" Target="slides/slide443.xml"/><Relationship Id="rId450" Type="http://schemas.openxmlformats.org/officeDocument/2006/relationships/slide" Target="slides/slide444.xml"/><Relationship Id="rId451" Type="http://schemas.openxmlformats.org/officeDocument/2006/relationships/slide" Target="slides/slide445.xml"/><Relationship Id="rId452" Type="http://schemas.openxmlformats.org/officeDocument/2006/relationships/slide" Target="slides/slide446.xml"/><Relationship Id="rId453" Type="http://schemas.openxmlformats.org/officeDocument/2006/relationships/slide" Target="slides/slide447.xml"/><Relationship Id="rId454" Type="http://schemas.openxmlformats.org/officeDocument/2006/relationships/slide" Target="slides/slide448.xml"/><Relationship Id="rId455" Type="http://schemas.openxmlformats.org/officeDocument/2006/relationships/slide" Target="slides/slide449.xml"/><Relationship Id="rId456" Type="http://schemas.openxmlformats.org/officeDocument/2006/relationships/slide" Target="slides/slide450.xml"/><Relationship Id="rId457" Type="http://schemas.openxmlformats.org/officeDocument/2006/relationships/slide" Target="slides/slide451.xml"/><Relationship Id="rId458" Type="http://schemas.openxmlformats.org/officeDocument/2006/relationships/slide" Target="slides/slide452.xml"/><Relationship Id="rId459" Type="http://schemas.openxmlformats.org/officeDocument/2006/relationships/slide" Target="slides/slide453.xml"/><Relationship Id="rId460" Type="http://schemas.openxmlformats.org/officeDocument/2006/relationships/slide" Target="slides/slide454.xml"/><Relationship Id="rId461" Type="http://schemas.openxmlformats.org/officeDocument/2006/relationships/slide" Target="slides/slide455.xml"/><Relationship Id="rId462" Type="http://schemas.openxmlformats.org/officeDocument/2006/relationships/slide" Target="slides/slide456.xml"/><Relationship Id="rId463" Type="http://schemas.openxmlformats.org/officeDocument/2006/relationships/slide" Target="slides/slide457.xml"/><Relationship Id="rId464" Type="http://schemas.openxmlformats.org/officeDocument/2006/relationships/slide" Target="slides/slide458.xml"/><Relationship Id="rId465" Type="http://schemas.openxmlformats.org/officeDocument/2006/relationships/slide" Target="slides/slide459.xml"/><Relationship Id="rId466" Type="http://schemas.openxmlformats.org/officeDocument/2006/relationships/slide" Target="slides/slide460.xml"/><Relationship Id="rId467" Type="http://schemas.openxmlformats.org/officeDocument/2006/relationships/slide" Target="slides/slide461.xml"/><Relationship Id="rId468" Type="http://schemas.openxmlformats.org/officeDocument/2006/relationships/slide" Target="slides/slide462.xml"/><Relationship Id="rId469" Type="http://schemas.openxmlformats.org/officeDocument/2006/relationships/slide" Target="slides/slide463.xml"/><Relationship Id="rId470" Type="http://schemas.openxmlformats.org/officeDocument/2006/relationships/slide" Target="slides/slide464.xml"/><Relationship Id="rId471" Type="http://schemas.openxmlformats.org/officeDocument/2006/relationships/slide" Target="slides/slide465.xml"/><Relationship Id="rId472" Type="http://schemas.openxmlformats.org/officeDocument/2006/relationships/slide" Target="slides/slide466.xml"/><Relationship Id="rId473" Type="http://schemas.openxmlformats.org/officeDocument/2006/relationships/slide" Target="slides/slide467.xml"/><Relationship Id="rId474" Type="http://schemas.openxmlformats.org/officeDocument/2006/relationships/slide" Target="slides/slide468.xml"/><Relationship Id="rId475" Type="http://schemas.openxmlformats.org/officeDocument/2006/relationships/slide" Target="slides/slide469.xml"/><Relationship Id="rId476" Type="http://schemas.openxmlformats.org/officeDocument/2006/relationships/slide" Target="slides/slide470.xml"/><Relationship Id="rId477" Type="http://schemas.openxmlformats.org/officeDocument/2006/relationships/slide" Target="slides/slide471.xml"/><Relationship Id="rId478" Type="http://schemas.openxmlformats.org/officeDocument/2006/relationships/slide" Target="slides/slide472.xml"/><Relationship Id="rId479" Type="http://schemas.openxmlformats.org/officeDocument/2006/relationships/slide" Target="slides/slide473.xml"/><Relationship Id="rId480" Type="http://schemas.openxmlformats.org/officeDocument/2006/relationships/slide" Target="slides/slide474.xml"/><Relationship Id="rId481" Type="http://schemas.openxmlformats.org/officeDocument/2006/relationships/slide" Target="slides/slide475.xml"/><Relationship Id="rId482" Type="http://schemas.openxmlformats.org/officeDocument/2006/relationships/slide" Target="slides/slide476.xml"/><Relationship Id="rId483" Type="http://schemas.openxmlformats.org/officeDocument/2006/relationships/slide" Target="slides/slide477.xml"/><Relationship Id="rId484" Type="http://schemas.openxmlformats.org/officeDocument/2006/relationships/slide" Target="slides/slide478.xml"/><Relationship Id="rId485" Type="http://schemas.openxmlformats.org/officeDocument/2006/relationships/slide" Target="slides/slide479.xml"/><Relationship Id="rId486" Type="http://schemas.openxmlformats.org/officeDocument/2006/relationships/slide" Target="slides/slide480.xml"/><Relationship Id="rId487" Type="http://schemas.openxmlformats.org/officeDocument/2006/relationships/slide" Target="slides/slide481.xml"/><Relationship Id="rId488" Type="http://schemas.openxmlformats.org/officeDocument/2006/relationships/slide" Target="slides/slide482.xml"/><Relationship Id="rId489" Type="http://schemas.openxmlformats.org/officeDocument/2006/relationships/slide" Target="slides/slide483.xml"/><Relationship Id="rId490" Type="http://schemas.openxmlformats.org/officeDocument/2006/relationships/slide" Target="slides/slide484.xml"/><Relationship Id="rId491" Type="http://schemas.openxmlformats.org/officeDocument/2006/relationships/slide" Target="slides/slide485.xml"/><Relationship Id="rId492" Type="http://schemas.openxmlformats.org/officeDocument/2006/relationships/slide" Target="slides/slide486.xml"/><Relationship Id="rId493" Type="http://schemas.openxmlformats.org/officeDocument/2006/relationships/slide" Target="slides/slide487.xml"/><Relationship Id="rId494" Type="http://schemas.openxmlformats.org/officeDocument/2006/relationships/slide" Target="slides/slide488.xml"/><Relationship Id="rId495" Type="http://schemas.openxmlformats.org/officeDocument/2006/relationships/slide" Target="slides/slide489.xml"/><Relationship Id="rId496" Type="http://schemas.openxmlformats.org/officeDocument/2006/relationships/slide" Target="slides/slide490.xml"/><Relationship Id="rId497" Type="http://schemas.openxmlformats.org/officeDocument/2006/relationships/slide" Target="slides/slide491.xml"/><Relationship Id="rId498" Type="http://schemas.openxmlformats.org/officeDocument/2006/relationships/slide" Target="slides/slide492.xml"/><Relationship Id="rId499" Type="http://schemas.openxmlformats.org/officeDocument/2006/relationships/slide" Target="slides/slide493.xml"/><Relationship Id="rId500" Type="http://schemas.openxmlformats.org/officeDocument/2006/relationships/slide" Target="slides/slide494.xml"/><Relationship Id="rId501" Type="http://schemas.openxmlformats.org/officeDocument/2006/relationships/slide" Target="slides/slide495.xml"/><Relationship Id="rId502" Type="http://schemas.openxmlformats.org/officeDocument/2006/relationships/slide" Target="slides/slide496.xml"/><Relationship Id="rId503" Type="http://schemas.openxmlformats.org/officeDocument/2006/relationships/slide" Target="slides/slide497.xml"/><Relationship Id="rId504" Type="http://schemas.openxmlformats.org/officeDocument/2006/relationships/slide" Target="slides/slide498.xml"/><Relationship Id="rId505" Type="http://schemas.openxmlformats.org/officeDocument/2006/relationships/slide" Target="slides/slide499.xml"/><Relationship Id="rId506" Type="http://schemas.openxmlformats.org/officeDocument/2006/relationships/slide" Target="slides/slide500.xml"/><Relationship Id="rId507" Type="http://schemas.openxmlformats.org/officeDocument/2006/relationships/slide" Target="slides/slide501.xml"/><Relationship Id="rId508" Type="http://schemas.openxmlformats.org/officeDocument/2006/relationships/slide" Target="slides/slide502.xml"/><Relationship Id="rId509" Type="http://schemas.openxmlformats.org/officeDocument/2006/relationships/slide" Target="slides/slide503.xml"/><Relationship Id="rId510" Type="http://schemas.openxmlformats.org/officeDocument/2006/relationships/slide" Target="slides/slide504.xml"/><Relationship Id="rId511" Type="http://schemas.openxmlformats.org/officeDocument/2006/relationships/slide" Target="slides/slide505.xml"/><Relationship Id="rId512" Type="http://schemas.openxmlformats.org/officeDocument/2006/relationships/slide" Target="slides/slide506.xml"/><Relationship Id="rId513" Type="http://schemas.openxmlformats.org/officeDocument/2006/relationships/slide" Target="slides/slide507.xml"/><Relationship Id="rId514" Type="http://schemas.openxmlformats.org/officeDocument/2006/relationships/slide" Target="slides/slide508.xml"/><Relationship Id="rId515" Type="http://schemas.openxmlformats.org/officeDocument/2006/relationships/slide" Target="slides/slide509.xml"/><Relationship Id="rId516" Type="http://schemas.openxmlformats.org/officeDocument/2006/relationships/slide" Target="slides/slide510.xml"/><Relationship Id="rId517" Type="http://schemas.openxmlformats.org/officeDocument/2006/relationships/slide" Target="slides/slide511.xml"/><Relationship Id="rId518" Type="http://schemas.openxmlformats.org/officeDocument/2006/relationships/slide" Target="slides/slide512.xml"/><Relationship Id="rId519" Type="http://schemas.openxmlformats.org/officeDocument/2006/relationships/slide" Target="slides/slide513.xml"/><Relationship Id="rId520" Type="http://schemas.openxmlformats.org/officeDocument/2006/relationships/slide" Target="slides/slide514.xml"/><Relationship Id="rId521" Type="http://schemas.openxmlformats.org/officeDocument/2006/relationships/slide" Target="slides/slide515.xml"/><Relationship Id="rId522" Type="http://schemas.openxmlformats.org/officeDocument/2006/relationships/slide" Target="slides/slide516.xml"/><Relationship Id="rId523" Type="http://schemas.openxmlformats.org/officeDocument/2006/relationships/slide" Target="slides/slide517.xml"/><Relationship Id="rId524" Type="http://schemas.openxmlformats.org/officeDocument/2006/relationships/slide" Target="slides/slide518.xml"/><Relationship Id="rId525" Type="http://schemas.openxmlformats.org/officeDocument/2006/relationships/slide" Target="slides/slide519.xml"/><Relationship Id="rId526" Type="http://schemas.openxmlformats.org/officeDocument/2006/relationships/slide" Target="slides/slide520.xml"/><Relationship Id="rId527" Type="http://schemas.openxmlformats.org/officeDocument/2006/relationships/slide" Target="slides/slide521.xml"/><Relationship Id="rId528" Type="http://schemas.openxmlformats.org/officeDocument/2006/relationships/slide" Target="slides/slide522.xml"/><Relationship Id="rId529" Type="http://schemas.openxmlformats.org/officeDocument/2006/relationships/slide" Target="slides/slide523.xml"/><Relationship Id="rId530" Type="http://schemas.openxmlformats.org/officeDocument/2006/relationships/slide" Target="slides/slide524.xml"/><Relationship Id="rId531" Type="http://schemas.openxmlformats.org/officeDocument/2006/relationships/slide" Target="slides/slide525.xml"/><Relationship Id="rId532" Type="http://schemas.openxmlformats.org/officeDocument/2006/relationships/slide" Target="slides/slide526.xml"/><Relationship Id="rId533" Type="http://schemas.openxmlformats.org/officeDocument/2006/relationships/slide" Target="slides/slide527.xml"/><Relationship Id="rId534" Type="http://schemas.openxmlformats.org/officeDocument/2006/relationships/slide" Target="slides/slide528.xml"/><Relationship Id="rId535" Type="http://schemas.openxmlformats.org/officeDocument/2006/relationships/slide" Target="slides/slide529.xml"/><Relationship Id="rId536" Type="http://schemas.openxmlformats.org/officeDocument/2006/relationships/slide" Target="slides/slide530.xml"/><Relationship Id="rId537" Type="http://schemas.openxmlformats.org/officeDocument/2006/relationships/slide" Target="slides/slide531.xml"/><Relationship Id="rId538" Type="http://schemas.openxmlformats.org/officeDocument/2006/relationships/slide" Target="slides/slide532.xml"/><Relationship Id="rId539" Type="http://schemas.openxmlformats.org/officeDocument/2006/relationships/slide" Target="slides/slide533.xml"/><Relationship Id="rId540" Type="http://schemas.openxmlformats.org/officeDocument/2006/relationships/slide" Target="slides/slide5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9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1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7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9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4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5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8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9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2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7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5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0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3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9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3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2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5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8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png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2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3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4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7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9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0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3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5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0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2.pn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png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4.png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6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9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1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2.png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3.png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6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7.png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0.png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png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3.pn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png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6.png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7.png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0.png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1.png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4.png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7.png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9.png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0.png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2.png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3.png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6.png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7.png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8.png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9.png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0.png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2.png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3.png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4.png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6.png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7.png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8.png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9.png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0.png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1.png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2.png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3.png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5.png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6.png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7.png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8.png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9.png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0.png"/></Relationships>
</file>

<file path=ppt/slides/_rels/slide3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1.png"/></Relationships>
</file>

<file path=ppt/slides/_rels/slide3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2.png"/></Relationships>
</file>

<file path=ppt/slides/_rels/slide3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3.png"/></Relationships>
</file>

<file path=ppt/slides/_rels/slide3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4.png"/></Relationships>
</file>

<file path=ppt/slides/_rels/slide3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/Relationships>
</file>

<file path=ppt/slides/_rels/slide3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6.png"/></Relationships>
</file>

<file path=ppt/slides/_rels/slide3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/Relationships>
</file>

<file path=ppt/slides/_rels/slide3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8.png"/></Relationships>
</file>

<file path=ppt/slides/_rels/slide3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9.png"/></Relationships>
</file>

<file path=ppt/slides/_rels/slide3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0.png"/></Relationships>
</file>

<file path=ppt/slides/_rels/slide3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1.png"/></Relationships>
</file>

<file path=ppt/slides/_rels/slide3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2.png"/></Relationships>
</file>

<file path=ppt/slides/_rels/slide3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/Relationships>
</file>

<file path=ppt/slides/_rels/slide3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4.png"/></Relationships>
</file>

<file path=ppt/slides/_rels/slide3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5.png"/></Relationships>
</file>

<file path=ppt/slides/_rels/slide3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/Relationships>
</file>

<file path=ppt/slides/_rels/slide3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7.png"/></Relationships>
</file>

<file path=ppt/slides/_rels/slide3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8.png"/></Relationships>
</file>

<file path=ppt/slides/_rels/slide3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9.png"/></Relationships>
</file>

<file path=ppt/slides/_rels/slide3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0.png"/></Relationships>
</file>

<file path=ppt/slides/_rels/slide3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1.png"/></Relationships>
</file>

<file path=ppt/slides/_rels/slide3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2.png"/></Relationships>
</file>

<file path=ppt/slides/_rels/slide3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3.png"/></Relationships>
</file>

<file path=ppt/slides/_rels/slide3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/Relationships>
</file>

<file path=ppt/slides/_rels/slide3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5.png"/></Relationships>
</file>

<file path=ppt/slides/_rels/slide3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6.png"/></Relationships>
</file>

<file path=ppt/slides/_rels/slide3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7.png"/></Relationships>
</file>

<file path=ppt/slides/_rels/slide3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/Relationships>
</file>

<file path=ppt/slides/_rels/slide3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9.png"/></Relationships>
</file>

<file path=ppt/slides/_rels/slide3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0.png"/></Relationships>
</file>

<file path=ppt/slides/_rels/slide3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1.png"/></Relationships>
</file>

<file path=ppt/slides/_rels/slide3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2.png"/></Relationships>
</file>

<file path=ppt/slides/_rels/slide3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3.png"/></Relationships>
</file>

<file path=ppt/slides/_rels/slide3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4.png"/></Relationships>
</file>

<file path=ppt/slides/_rels/slide3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5.png"/></Relationships>
</file>

<file path=ppt/slides/_rels/slide3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6.png"/></Relationships>
</file>

<file path=ppt/slides/_rels/slide3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7.png"/></Relationships>
</file>

<file path=ppt/slides/_rels/slide3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8.png"/></Relationships>
</file>

<file path=ppt/slides/_rels/slide3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9.png"/></Relationships>
</file>

<file path=ppt/slides/_rels/slide3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0.png"/></Relationships>
</file>

<file path=ppt/slides/_rels/slide3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/Relationships>
</file>

<file path=ppt/slides/_rels/slide3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2.png"/></Relationships>
</file>

<file path=ppt/slides/_rels/slide3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3.png"/></Relationships>
</file>

<file path=ppt/slides/_rels/slide3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4.png"/></Relationships>
</file>

<file path=ppt/slides/_rels/slide3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5.png"/></Relationships>
</file>

<file path=ppt/slides/_rels/slide3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6.png"/></Relationships>
</file>

<file path=ppt/slides/_rels/slide3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7.png"/></Relationships>
</file>

<file path=ppt/slides/_rels/slide3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8.png"/></Relationships>
</file>

<file path=ppt/slides/_rels/slide3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9.png"/></Relationships>
</file>

<file path=ppt/slides/_rels/slide3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0.png"/></Relationships>
</file>

<file path=ppt/slides/_rels/slide3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1.png"/></Relationships>
</file>

<file path=ppt/slides/_rels/slide4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4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2.png"/></Relationships>
</file>

<file path=ppt/slides/_rels/slide4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3.png"/></Relationships>
</file>

<file path=ppt/slides/_rels/slide4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4.png"/></Relationships>
</file>

<file path=ppt/slides/_rels/slide4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5.png"/></Relationships>
</file>

<file path=ppt/slides/_rels/slide4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6.png"/></Relationships>
</file>

<file path=ppt/slides/_rels/slide4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7.png"/></Relationships>
</file>

<file path=ppt/slides/_rels/slide4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8.png"/></Relationships>
</file>

<file path=ppt/slides/_rels/slide4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9.png"/></Relationships>
</file>

<file path=ppt/slides/_rels/slide4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0.png"/></Relationships>
</file>

<file path=ppt/slides/_rels/slide4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1.png"/></Relationships>
</file>

<file path=ppt/slides/_rels/slide4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2.png"/></Relationships>
</file>

<file path=ppt/slides/_rels/slide4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3.png"/></Relationships>
</file>

<file path=ppt/slides/_rels/slide4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4.png"/></Relationships>
</file>

<file path=ppt/slides/_rels/slide4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5.png"/></Relationships>
</file>

<file path=ppt/slides/_rels/slide4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6.png"/></Relationships>
</file>

<file path=ppt/slides/_rels/slide4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7.png"/></Relationships>
</file>

<file path=ppt/slides/_rels/slide4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8.png"/></Relationships>
</file>

<file path=ppt/slides/_rels/slide4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9.png"/></Relationships>
</file>

<file path=ppt/slides/_rels/slide4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0.png"/></Relationships>
</file>

<file path=ppt/slides/_rels/slide4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1.png"/></Relationships>
</file>

<file path=ppt/slides/_rels/slide4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2.png"/></Relationships>
</file>

<file path=ppt/slides/_rels/slide4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3.png"/></Relationships>
</file>

<file path=ppt/slides/_rels/slide4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4.png"/></Relationships>
</file>

<file path=ppt/slides/_rels/slide4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5.png"/></Relationships>
</file>

<file path=ppt/slides/_rels/slide4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6.png"/></Relationships>
</file>

<file path=ppt/slides/_rels/slide4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7.png"/></Relationships>
</file>

<file path=ppt/slides/_rels/slide4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8.png"/></Relationships>
</file>

<file path=ppt/slides/_rels/slide4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9.png"/></Relationships>
</file>

<file path=ppt/slides/_rels/slide4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0.png"/></Relationships>
</file>

<file path=ppt/slides/_rels/slide4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1.png"/></Relationships>
</file>

<file path=ppt/slides/_rels/slide4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2.png"/></Relationships>
</file>

<file path=ppt/slides/_rels/slide4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3.png"/></Relationships>
</file>

<file path=ppt/slides/_rels/slide4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4.png"/></Relationships>
</file>

<file path=ppt/slides/_rels/slide4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5.png"/></Relationships>
</file>

<file path=ppt/slides/_rels/slide4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6.png"/></Relationships>
</file>

<file path=ppt/slides/_rels/slide4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7.png"/></Relationships>
</file>

<file path=ppt/slides/_rels/slide4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8.png"/></Relationships>
</file>

<file path=ppt/slides/_rels/slide4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9.png"/></Relationships>
</file>

<file path=ppt/slides/_rels/slide4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0.png"/></Relationships>
</file>

<file path=ppt/slides/_rels/slide4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1.png"/></Relationships>
</file>

<file path=ppt/slides/_rels/slide4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2.png"/></Relationships>
</file>

<file path=ppt/slides/_rels/slide4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3.png"/></Relationships>
</file>

<file path=ppt/slides/_rels/slide4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4.png"/></Relationships>
</file>

<file path=ppt/slides/_rels/slide4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5.png"/></Relationships>
</file>

<file path=ppt/slides/_rels/slide4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6.png"/></Relationships>
</file>

<file path=ppt/slides/_rels/slide4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7.png"/></Relationships>
</file>

<file path=ppt/slides/_rels/slide4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8.png"/></Relationships>
</file>

<file path=ppt/slides/_rels/slide4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9.png"/></Relationships>
</file>

<file path=ppt/slides/_rels/slide4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0.png"/></Relationships>
</file>

<file path=ppt/slides/_rels/slide4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1.png"/></Relationships>
</file>

<file path=ppt/slides/_rels/slide4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2.png"/></Relationships>
</file>

<file path=ppt/slides/_rels/slide4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3.png"/></Relationships>
</file>

<file path=ppt/slides/_rels/slide4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4.png"/></Relationships>
</file>

<file path=ppt/slides/_rels/slide4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5.png"/></Relationships>
</file>

<file path=ppt/slides/_rels/slide4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6.png"/></Relationships>
</file>

<file path=ppt/slides/_rels/slide4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7.png"/></Relationships>
</file>

<file path=ppt/slides/_rels/slide4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8.png"/></Relationships>
</file>

<file path=ppt/slides/_rels/slide4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9.png"/></Relationships>
</file>

<file path=ppt/slides/_rels/slide4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0.png"/></Relationships>
</file>

<file path=ppt/slides/_rels/slide4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1.png"/></Relationships>
</file>

<file path=ppt/slides/_rels/slide4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2.png"/></Relationships>
</file>

<file path=ppt/slides/_rels/slide4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3.png"/></Relationships>
</file>

<file path=ppt/slides/_rels/slide4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4.png"/></Relationships>
</file>

<file path=ppt/slides/_rels/slide4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5.png"/></Relationships>
</file>

<file path=ppt/slides/_rels/slide4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6.png"/></Relationships>
</file>

<file path=ppt/slides/_rels/slide4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7.png"/></Relationships>
</file>

<file path=ppt/slides/_rels/slide4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8.png"/></Relationships>
</file>

<file path=ppt/slides/_rels/slide4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9.png"/></Relationships>
</file>

<file path=ppt/slides/_rels/slide4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0.png"/></Relationships>
</file>

<file path=ppt/slides/_rels/slide4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1.png"/></Relationships>
</file>

<file path=ppt/slides/_rels/slide4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2.png"/></Relationships>
</file>

<file path=ppt/slides/_rels/slide4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3.png"/></Relationships>
</file>

<file path=ppt/slides/_rels/slide4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4.png"/></Relationships>
</file>

<file path=ppt/slides/_rels/slide4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5.png"/></Relationships>
</file>

<file path=ppt/slides/_rels/slide4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6.png"/></Relationships>
</file>

<file path=ppt/slides/_rels/slide4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7.png"/></Relationships>
</file>

<file path=ppt/slides/_rels/slide4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8.png"/></Relationships>
</file>

<file path=ppt/slides/_rels/slide4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9.png"/></Relationships>
</file>

<file path=ppt/slides/_rels/slide4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0.png"/></Relationships>
</file>

<file path=ppt/slides/_rels/slide4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1.png"/></Relationships>
</file>

<file path=ppt/slides/_rels/slide4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2.png"/></Relationships>
</file>

<file path=ppt/slides/_rels/slide4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3.png"/></Relationships>
</file>

<file path=ppt/slides/_rels/slide4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4.png"/></Relationships>
</file>

<file path=ppt/slides/_rels/slide4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5.png"/></Relationships>
</file>

<file path=ppt/slides/_rels/slide4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6.png"/></Relationships>
</file>

<file path=ppt/slides/_rels/slide4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7.png"/></Relationships>
</file>

<file path=ppt/slides/_rels/slide4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8.png"/></Relationships>
</file>

<file path=ppt/slides/_rels/slide4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9.png"/></Relationships>
</file>

<file path=ppt/slides/_rels/slide4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0.png"/></Relationships>
</file>

<file path=ppt/slides/_rels/slide4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1.png"/></Relationships>
</file>

<file path=ppt/slides/_rels/slide4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2.png"/></Relationships>
</file>

<file path=ppt/slides/_rels/slide4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3.png"/></Relationships>
</file>

<file path=ppt/slides/_rels/slide4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4.png"/></Relationships>
</file>

<file path=ppt/slides/_rels/slide4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5.png"/></Relationships>
</file>

<file path=ppt/slides/_rels/slide4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6.png"/></Relationships>
</file>

<file path=ppt/slides/_rels/slide5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7.png"/></Relationships>
</file>

<file path=ppt/slides/_rels/slide5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8.png"/></Relationships>
</file>

<file path=ppt/slides/_rels/slide5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9.png"/></Relationships>
</file>

<file path=ppt/slides/_rels/slide5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0.png"/></Relationships>
</file>

<file path=ppt/slides/_rels/slide5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1.png"/></Relationships>
</file>

<file path=ppt/slides/_rels/slide5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2.png"/></Relationships>
</file>

<file path=ppt/slides/_rels/slide5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3.png"/></Relationships>
</file>

<file path=ppt/slides/_rels/slide5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4.png"/></Relationships>
</file>

<file path=ppt/slides/_rels/slide5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5.png"/></Relationships>
</file>

<file path=ppt/slides/_rels/slide5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6.png"/></Relationships>
</file>

<file path=ppt/slides/_rels/slide5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7.png"/></Relationships>
</file>

<file path=ppt/slides/_rels/slide5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8.png"/></Relationships>
</file>

<file path=ppt/slides/_rels/slide5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9.png"/></Relationships>
</file>

<file path=ppt/slides/_rels/slide5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0.png"/></Relationships>
</file>

<file path=ppt/slides/_rels/slide5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1.png"/></Relationships>
</file>

<file path=ppt/slides/_rels/slide5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2.png"/></Relationships>
</file>

<file path=ppt/slides/_rels/slide5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3.png"/></Relationships>
</file>

<file path=ppt/slides/_rels/slide5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4.png"/></Relationships>
</file>

<file path=ppt/slides/_rels/slide5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5.png"/></Relationships>
</file>

<file path=ppt/slides/_rels/slide5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6.png"/></Relationships>
</file>

<file path=ppt/slides/_rels/slide5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7.png"/></Relationships>
</file>

<file path=ppt/slides/_rels/slide5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8.png"/></Relationships>
</file>

<file path=ppt/slides/_rels/slide5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9.png"/></Relationships>
</file>

<file path=ppt/slides/_rels/slide5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0.png"/></Relationships>
</file>

<file path=ppt/slides/_rels/slide5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1.png"/></Relationships>
</file>

<file path=ppt/slides/_rels/slide5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2.png"/></Relationships>
</file>

<file path=ppt/slides/_rels/slide5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3.png"/></Relationships>
</file>

<file path=ppt/slides/_rels/slide5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4.png"/></Relationships>
</file>

<file path=ppt/slides/_rels/slide5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5.png"/></Relationships>
</file>

<file path=ppt/slides/_rels/slide5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6.png"/></Relationships>
</file>

<file path=ppt/slides/_rels/slide5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7.png"/></Relationships>
</file>

<file path=ppt/slides/_rels/slide5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8.png"/></Relationships>
</file>

<file path=ppt/slides/_rels/slide5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9.png"/></Relationships>
</file>

<file path=ppt/slides/_rels/slide5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0.png"/></Relationships>
</file>

<file path=ppt/slides/_rels/slide5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 i="0">
                <a:solidFill>
                  <a:srgbClr val="2B2018"/>
                </a:solidFill>
              </a:defRPr>
            </a:pPr>
            <a:r>
              <a:t>Datahub de Análise Racial no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3832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5C4F3F"/>
                </a:solidFill>
              </a:defRPr>
            </a:pPr>
            <a:r>
              <a:t>Renda por raça — árvore cruzada (Raça × Gênero × Faixa/Geração × Escolaridade)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F8271"/>
                </a:solidFill>
              </a:defRPr>
            </a:pPr>
            <a:r>
              <a:t>PNAD Contínua Trimestral (2012–2026) · cada gráfico aparece em um único slide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D9086"/>
                </a:solidFill>
              </a:defRPr>
            </a:pPr>
            <a:r>
              <a:t>Índice — árvore de renda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1. Raça  —  4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2. Raça × Gênero  —  11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3. Raça × Faixa Etária  —  19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4. Raça × Geração  —  19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5. Raça × Escolaridade  —  28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6. Raça × Gênero × Faixa Etária  —  38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18872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7. Raça × Gênero × Geração  —  38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8. Raça × Gênero × Escolaridade  —  56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9. Raça × Gênero × Faixa Etária × Escolaridade  —  116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10. Raça × Gênero × Geração × Escolaridade  —  116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11. Raça × Geração × Escolaridade (ambos os gêneros)  —  58 slides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1.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 de renda · 3 de hiato · Renda por raça (Branca / Negra=Preta+Parda / Indígena): série 2012–2026. Hiato: série separada por comparação (vs. Negra / vs. Indígena); o snapshot é 1 gráfico com as 2 barras. Série de Indígena suavizada (amostra pequena).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aca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aca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Raça (Brasil)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aca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Raça (Brasil)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Branca vs. Negra e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raca_hiat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2066" y="1536192"/>
            <a:ext cx="642756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e Branca vs. Indígena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2.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3 de renda · 8 de hiato · Renda: série combinada (Homens tracejado, Mulheres sólido) + Mulheres + Homens. Hiato: série (combinada + por gênero) e snapshot, cada comparação em seu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e gênero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comb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47" y="1536192"/>
            <a:ext cx="107214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e gênero — série (6 linhas).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Mulheres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mulhere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Homens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homen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g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sexo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g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sexo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Mulheres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g_hiato_mulheres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g_hiato_mulheres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Homens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g_hiato_homens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g_hiato_homens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rg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606" y="1536192"/>
            <a:ext cx="69304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sexo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rg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606" y="1536192"/>
            <a:ext cx="69304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sexo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3. Raça × Faixa Etária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7 de renda · 12 de hiato · Renda: série combinada em 3 slides (um por raça) + uma por faixa. Hiato: série (combinada + por faixa, com a faixa no título) e snapshot, cada comparação em seu slide.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Branca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Negra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Indígena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18-24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18_24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18-24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18_24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25-39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25_3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25-39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25_3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40-59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40_5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40-59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40_5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60+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60mais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60+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60mais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faixa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faixa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4. Raça × Geração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7 de renda · 12 de hiato · Idem por geração (mesma coorte de nascimento).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Branca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Negra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Indígena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baby_boomer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baby_boomer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geracao_x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geracao_x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millennia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millennia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geracao_z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geracao_z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racao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racao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5. Raça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10 de renda · 18 de hiato · Idem por nível de instrução (7 níveis).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Branca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Negra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Indígena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sem_instrucao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Sem instrução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fundamental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fundamental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fundamental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fundamental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medio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medio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medio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medio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superior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superior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62" y="1536192"/>
            <a:ext cx="1066137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superior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superior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escol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escol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6. Raça × Gênero × Faixa Etária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14 de renda · 24 de hiato · Quebra CRUZADA gênero×faixa. Por gênero: renda (série combinada + uma por faixa) + hiato por comparação (série combinada, série por faixa, snapshot).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— Mulheres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Branca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Negra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Indígena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18-24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18_24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18-24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18_24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25-39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25_3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25-39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25_3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40-59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40_5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40-59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40_5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60+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60mais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60+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60mais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x_mulhere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x_mulhere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— Homens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Branca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Negra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Indígena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18-24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18_24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18-24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18_24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25-39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25_3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25-39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25_3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40-59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40_5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40-59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40_5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60+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60mais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60+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60mais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x_homen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x_homen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7. Raça × Gênero × Geração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14 de renda · 24 de hiato · Quebra CRUZADA gênero×geração.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— Mulheres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Branca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Negra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Indígena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Baby Boomer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baby_boomer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Baby Boomer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baby_boomer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X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geracao_x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X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geracao_x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Millennial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millennia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Millennial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millennia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Z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geracao_z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Z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geracao_z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208" y="1536192"/>
            <a:ext cx="1048127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_mulhere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_mulhere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— Homens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Branca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Negra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Indígena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Baby Boomer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baby_boomer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Baby Boomer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baby_boomer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X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geracao_x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X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geracao_x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Millennial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millennia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Millennial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millennia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Z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geracao_z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Z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geracao_z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80" y="1536192"/>
            <a:ext cx="10629535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_homen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_homen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8. Raça × Gênero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20 de renda · 36 de hiato · Quebra CRUZADA gênero×escolaridade.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Escolaridade — Mulheres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Branca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Negra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Indígena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sem_instrucao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Sem instrução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902" y="1536192"/>
            <a:ext cx="884989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fundamental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fundamental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fundamental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fundamental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medio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medio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90" y="1536192"/>
            <a:ext cx="10553315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medio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medio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superior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superior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77" y="1536192"/>
            <a:ext cx="1060134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superior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superior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es_mulhere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es_mulhere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Escolaridade — Homens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Branca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Negra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Indígena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sem_instrucao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Sem instrução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fundamental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fundamental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fundamental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fundamental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medio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medio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medio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medio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superior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superior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47" y="1536192"/>
            <a:ext cx="107214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superior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superior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es_homen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es_homen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9. Raça × Gênero × Faixa Etária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56 de renda · 60 de hiato · Quebra CRUZADA gênero×faixa×escolaridade — 70 células (série de renda + série de hiato Branca-vs-Negra por célula). Indígena via 2 heatmaps por gênero (vs. Negra / vs. Indígena).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Mulheres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es_mulheres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902" y="1536192"/>
            <a:ext cx="884989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77" y="1536192"/>
            <a:ext cx="1060134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Homens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Mulheres</a:t>
            </a:r>
          </a:p>
        </p:txBody>
      </p:sp>
    </p:spTree>
  </p:cSld>
  <p:clrMapOvr>
    <a:masterClrMapping/>
  </p:clrMapOvr>
</p:sld>
</file>

<file path=ppt/slides/slide3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Mulheres: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e_mulhere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Mulheres: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e_mulhere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Homens</a:t>
            </a:r>
          </a:p>
        </p:txBody>
      </p:sp>
    </p:spTree>
  </p:cSld>
  <p:clrMapOvr>
    <a:masterClrMapping/>
  </p:clrMapOvr>
</p:sld>
</file>

<file path=ppt/slides/slide3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Homens: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e_homen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Homens: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e_homen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10. Raça × Gênero × Geração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56 de renda · 60 de hiato · Quebra CRUZADA gênero×geração×escolaridade — 56 células.</a:t>
            </a:r>
          </a:p>
        </p:txBody>
      </p:sp>
    </p:spTree>
  </p:cSld>
  <p:clrMapOvr>
    <a:masterClrMapping/>
  </p:clrMapOvr>
</p:sld>
</file>

<file path=ppt/slides/slide3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Mulheres</a:t>
            </a:r>
          </a:p>
        </p:txBody>
      </p:sp>
    </p:spTree>
  </p:cSld>
  <p:clrMapOvr>
    <a:masterClrMapping/>
  </p:clrMapOvr>
</p:sld>
</file>

<file path=ppt/slides/slide3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es_mulheres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902" y="1536192"/>
            <a:ext cx="884989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77" y="1536192"/>
            <a:ext cx="1060134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137" y="1536192"/>
            <a:ext cx="1059342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Homens</a:t>
            </a:r>
          </a:p>
        </p:txBody>
      </p:sp>
    </p:spTree>
  </p:cSld>
  <p:clrMapOvr>
    <a:masterClrMapping/>
  </p:clrMapOvr>
</p:sld>
</file>

<file path=ppt/slides/slide4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" y="1536192"/>
            <a:ext cx="1067768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47" y="1536192"/>
            <a:ext cx="107214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77" y="1536192"/>
            <a:ext cx="1060134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186" y="1536192"/>
            <a:ext cx="1056532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Mulheres</a:t>
            </a:r>
          </a:p>
        </p:txBody>
      </p:sp>
    </p:spTree>
  </p:cSld>
  <p:clrMapOvr>
    <a:masterClrMapping/>
  </p:clrMapOvr>
</p:sld>
</file>

<file path=ppt/slides/slide4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Mulheres: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2_mulhere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Mulheres: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2_mulhere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Homens</a:t>
            </a:r>
          </a:p>
        </p:txBody>
      </p:sp>
    </p:spTree>
  </p:cSld>
  <p:clrMapOvr>
    <a:masterClrMapping/>
  </p:clrMapOvr>
</p:sld>
</file>

<file path=ppt/slides/slide4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Homens: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2_homen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Homens: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2_homen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11. Raça × Geração × Escolaridade (ambos os gêneros)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28 de renda · 30 de hiato · Geração × Escolaridade com AMBOS os gêneros juntos — 28 células (série de renda + série de hiato por célula) + 2 heatmaps. Fecha a combinação que faltava pra um dashboard geração×escolaridade×gênero.</a:t>
            </a:r>
          </a:p>
        </p:txBody>
      </p:sp>
    </p:spTree>
  </p:cSld>
  <p:clrMapOvr>
    <a:masterClrMapping/>
  </p:clrMapOvr>
</p:sld>
</file>

<file path=ppt/slides/slide4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47" y="1536192"/>
            <a:ext cx="107214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" y="1536192"/>
            <a:ext cx="1067768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180" y="1536192"/>
            <a:ext cx="1058933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geração × escolaridade (ambos os gêneros)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geração e escolaridade, ambos os gêneros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geração × escolaridade (ambos os gêneros)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geração e escolaridade, ambos os gêneros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