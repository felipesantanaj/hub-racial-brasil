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1.png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0.png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1.png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6.png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3.png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0.png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7.png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8.png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6.png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9.png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7.png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8.png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0.png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2.png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3.png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4.png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0.png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2B2018"/>
                </a:solidFill>
              </a:defRPr>
            </a:pPr>
            <a:r>
              <a:t>Datahub de Análise Racial no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5C4F3F"/>
                </a:solidFill>
              </a:defRPr>
            </a:pPr>
            <a:r>
              <a:t>Renda por raça — árvore cruzada (Raça × Gênero × Faixa/Geração × Escolaridade)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8271"/>
                </a:solidFill>
              </a:defRPr>
            </a:pPr>
            <a:r>
              <a:t>PNAD Contínua Trimestral (2012–2026) · cada gráfico aparece em um único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D9086"/>
                </a:solidFill>
              </a:defRPr>
            </a:pPr>
            <a:r>
              <a:t>Índice — árvore de renda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1. Raça  —  4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2. Raça × Gênero  —  11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3. Raça × Faixa Etária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4. Raça × Geração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5. Raça × Escolaridade  —  28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6. Raça × Gênero × Faixa Etária  —  38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7. Raça × Gênero × Geração  —  38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8. Raça × Gênero × Escolaridade  —  56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9. Raça × Gênero × Faixa Etária × Escolaridade  —  116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10. Raça × Gênero × Geração × Escolaridade  —  116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11. Raça × Geração × Escolaridade (ambos os gêneros)  —  58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1.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 de renda · 3 de hiato · Renda por raça (Branca / Negra=Preta+Parda / Indígena): série 2012–2026. Hiato: série separada por comparação (vs. Negra / vs. Indígena); o snapshot é 1 gráfico com as 2 barras. Série de Indígena suavizada (amostra pequena).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aca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aca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aca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e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aca_hiat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066" y="1536192"/>
            <a:ext cx="642756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e Branca vs. Indígena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2.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3 de renda · 8 de hiato · Renda: série combinada (Homens tracejado, Mulheres sólido) + Mulheres + Homens. Hiato: série (combinada + por gênero) e snapshot, cada comparação em seu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e gênero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comb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e gênero — série (6 linhas).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mulhere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homen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mulhere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mulhere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homen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homen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3. Raça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Renda: série combinada em 3 slides (um por raça) + uma por faixa. Hiato: série (combinada + por faixa, com a faixa no título) e snapshot, cada comparação em seu slide.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4. Raça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Idem por geração (mesma coorte de nascimento).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5. Raça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10 de renda · 18 de hiato · Idem por nível de instrução (7 níveis).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6. Raça × Gênero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gênero×faixa. Por gênero: renda (série combinada + uma por faixa) + hiato por comparação (série combinada, série por faixa, snapshot).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Mulheres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Homens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7. Raça × Gênero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gênero×geração.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Mulheres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208" y="1536192"/>
            <a:ext cx="1048127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Homens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80" y="1536192"/>
            <a:ext cx="1062953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8. Raça × Gênero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20 de renda · 36 de hiato · Quebra CRUZADA gênero×escolaridade.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Mulheres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02" y="1536192"/>
            <a:ext cx="884989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90" y="1536192"/>
            <a:ext cx="105533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Homens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9. Raça × Gênero × Faixa Etária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60 de hiato · Quebra CRUZADA gênero×faixa×escolaridade — 70 células (série de renda + série de hiato Branca-vs-Negra por célula). Indígena via 2 heatmaps por gênero (vs. Negra / vs. Indígena).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es_mulhere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02" y="1536192"/>
            <a:ext cx="884989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10. Raça × Gênero × Geração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60 de hiato · Quebra CRUZADA gênero×geração×escolaridade — 56 células.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es_mulhere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02" y="1536192"/>
            <a:ext cx="884989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37" y="1536192"/>
            <a:ext cx="1059342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186" y="1536192"/>
            <a:ext cx="1056532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11. Raça × Geração × Escolaridade (ambos os gêneros)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28 de renda · 30 de hiato · Geração × Escolaridade com AMBOS os gêneros juntos — 28 células (série de renda + série de hiato por célula) + 2 heatmaps. Fecha a combinação que faltava pra um dashboard geração×escolaridade×gênero.</a:t>
            </a:r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180" y="1536192"/>
            <a:ext cx="1058933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