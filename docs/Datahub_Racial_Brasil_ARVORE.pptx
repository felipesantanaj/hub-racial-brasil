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50.xml" ContentType="application/vnd.openxmlformats-officedocument.presentationml.slide+xml"/>
  <Override PartName="/ppt/slides/slide251.xml" ContentType="application/vnd.openxmlformats-officedocument.presentationml.slide+xml"/>
  <Override PartName="/ppt/slides/slide252.xml" ContentType="application/vnd.openxmlformats-officedocument.presentationml.slide+xml"/>
  <Override PartName="/ppt/slides/slide253.xml" ContentType="application/vnd.openxmlformats-officedocument.presentationml.slide+xml"/>
  <Override PartName="/ppt/slides/slide254.xml" ContentType="application/vnd.openxmlformats-officedocument.presentationml.slide+xml"/>
  <Override PartName="/ppt/slides/slide255.xml" ContentType="application/vnd.openxmlformats-officedocument.presentationml.slide+xml"/>
  <Override PartName="/ppt/slides/slide256.xml" ContentType="application/vnd.openxmlformats-officedocument.presentationml.slide+xml"/>
  <Override PartName="/ppt/slides/slide257.xml" ContentType="application/vnd.openxmlformats-officedocument.presentationml.slide+xml"/>
  <Override PartName="/ppt/slides/slide258.xml" ContentType="application/vnd.openxmlformats-officedocument.presentationml.slide+xml"/>
  <Override PartName="/ppt/slides/slide259.xml" ContentType="application/vnd.openxmlformats-officedocument.presentationml.slide+xml"/>
  <Override PartName="/ppt/slides/slide26.xml" ContentType="application/vnd.openxmlformats-officedocument.presentationml.slide+xml"/>
  <Override PartName="/ppt/slides/slide260.xml" ContentType="application/vnd.openxmlformats-officedocument.presentationml.slide+xml"/>
  <Override PartName="/ppt/slides/slide261.xml" ContentType="application/vnd.openxmlformats-officedocument.presentationml.slide+xml"/>
  <Override PartName="/ppt/slides/slide262.xml" ContentType="application/vnd.openxmlformats-officedocument.presentationml.slide+xml"/>
  <Override PartName="/ppt/slides/slide263.xml" ContentType="application/vnd.openxmlformats-officedocument.presentationml.slide+xml"/>
  <Override PartName="/ppt/slides/slide264.xml" ContentType="application/vnd.openxmlformats-officedocument.presentationml.slide+xml"/>
  <Override PartName="/ppt/slides/slide265.xml" ContentType="application/vnd.openxmlformats-officedocument.presentationml.slide+xml"/>
  <Override PartName="/ppt/slides/slide266.xml" ContentType="application/vnd.openxmlformats-officedocument.presentationml.slide+xml"/>
  <Override PartName="/ppt/slides/slide267.xml" ContentType="application/vnd.openxmlformats-officedocument.presentationml.slide+xml"/>
  <Override PartName="/ppt/slides/slide268.xml" ContentType="application/vnd.openxmlformats-officedocument.presentationml.slide+xml"/>
  <Override PartName="/ppt/slides/slide269.xml" ContentType="application/vnd.openxmlformats-officedocument.presentationml.slide+xml"/>
  <Override PartName="/ppt/slides/slide27.xml" ContentType="application/vnd.openxmlformats-officedocument.presentationml.slide+xml"/>
  <Override PartName="/ppt/slides/slide270.xml" ContentType="application/vnd.openxmlformats-officedocument.presentationml.slide+xml"/>
  <Override PartName="/ppt/slides/slide271.xml" ContentType="application/vnd.openxmlformats-officedocument.presentationml.slide+xml"/>
  <Override PartName="/ppt/slides/slide272.xml" ContentType="application/vnd.openxmlformats-officedocument.presentationml.slide+xml"/>
  <Override PartName="/ppt/slides/slide273.xml" ContentType="application/vnd.openxmlformats-officedocument.presentationml.slide+xml"/>
  <Override PartName="/ppt/slides/slide274.xml" ContentType="application/vnd.openxmlformats-officedocument.presentationml.slide+xml"/>
  <Override PartName="/ppt/slides/slide275.xml" ContentType="application/vnd.openxmlformats-officedocument.presentationml.slide+xml"/>
  <Override PartName="/ppt/slides/slide276.xml" ContentType="application/vnd.openxmlformats-officedocument.presentationml.slide+xml"/>
  <Override PartName="/ppt/slides/slide277.xml" ContentType="application/vnd.openxmlformats-officedocument.presentationml.slide+xml"/>
  <Override PartName="/ppt/slides/slide278.xml" ContentType="application/vnd.openxmlformats-officedocument.presentationml.slide+xml"/>
  <Override PartName="/ppt/slides/slide279.xml" ContentType="application/vnd.openxmlformats-officedocument.presentationml.slide+xml"/>
  <Override PartName="/ppt/slides/slide28.xml" ContentType="application/vnd.openxmlformats-officedocument.presentationml.slide+xml"/>
  <Override PartName="/ppt/slides/slide280.xml" ContentType="application/vnd.openxmlformats-officedocument.presentationml.slide+xml"/>
  <Override PartName="/ppt/slides/slide281.xml" ContentType="application/vnd.openxmlformats-officedocument.presentationml.slide+xml"/>
  <Override PartName="/ppt/slides/slide282.xml" ContentType="application/vnd.openxmlformats-officedocument.presentationml.slide+xml"/>
  <Override PartName="/ppt/slides/slide283.xml" ContentType="application/vnd.openxmlformats-officedocument.presentationml.slide+xml"/>
  <Override PartName="/ppt/slides/slide284.xml" ContentType="application/vnd.openxmlformats-officedocument.presentationml.slide+xml"/>
  <Override PartName="/ppt/slides/slide285.xml" ContentType="application/vnd.openxmlformats-officedocument.presentationml.slide+xml"/>
  <Override PartName="/ppt/slides/slide286.xml" ContentType="application/vnd.openxmlformats-officedocument.presentationml.slide+xml"/>
  <Override PartName="/ppt/slides/slide287.xml" ContentType="application/vnd.openxmlformats-officedocument.presentationml.slide+xml"/>
  <Override PartName="/ppt/slides/slide288.xml" ContentType="application/vnd.openxmlformats-officedocument.presentationml.slide+xml"/>
  <Override PartName="/ppt/slides/slide289.xml" ContentType="application/vnd.openxmlformats-officedocument.presentationml.slide+xml"/>
  <Override PartName="/ppt/slides/slide29.xml" ContentType="application/vnd.openxmlformats-officedocument.presentationml.slide+xml"/>
  <Override PartName="/ppt/slides/slide290.xml" ContentType="application/vnd.openxmlformats-officedocument.presentationml.slide+xml"/>
  <Override PartName="/ppt/slides/slide291.xml" ContentType="application/vnd.openxmlformats-officedocument.presentationml.slide+xml"/>
  <Override PartName="/ppt/slides/slide292.xml" ContentType="application/vnd.openxmlformats-officedocument.presentationml.slide+xml"/>
  <Override PartName="/ppt/slides/slide293.xml" ContentType="application/vnd.openxmlformats-officedocument.presentationml.slide+xml"/>
  <Override PartName="/ppt/slides/slide294.xml" ContentType="application/vnd.openxmlformats-officedocument.presentationml.slide+xml"/>
  <Override PartName="/ppt/slides/slide295.xml" ContentType="application/vnd.openxmlformats-officedocument.presentationml.slide+xml"/>
  <Override PartName="/ppt/slides/slide296.xml" ContentType="application/vnd.openxmlformats-officedocument.presentationml.slide+xml"/>
  <Override PartName="/ppt/slides/slide297.xml" ContentType="application/vnd.openxmlformats-officedocument.presentationml.slide+xml"/>
  <Override PartName="/ppt/slides/slide298.xml" ContentType="application/vnd.openxmlformats-officedocument.presentationml.slide+xml"/>
  <Override PartName="/ppt/slides/slide29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00.xml" ContentType="application/vnd.openxmlformats-officedocument.presentationml.slide+xml"/>
  <Override PartName="/ppt/slides/slide301.xml" ContentType="application/vnd.openxmlformats-officedocument.presentationml.slide+xml"/>
  <Override PartName="/ppt/slides/slide302.xml" ContentType="application/vnd.openxmlformats-officedocument.presentationml.slide+xml"/>
  <Override PartName="/ppt/slides/slide303.xml" ContentType="application/vnd.openxmlformats-officedocument.presentationml.slide+xml"/>
  <Override PartName="/ppt/slides/slide304.xml" ContentType="application/vnd.openxmlformats-officedocument.presentationml.slide+xml"/>
  <Override PartName="/ppt/slides/slide305.xml" ContentType="application/vnd.openxmlformats-officedocument.presentationml.slide+xml"/>
  <Override PartName="/ppt/slides/slide306.xml" ContentType="application/vnd.openxmlformats-officedocument.presentationml.slide+xml"/>
  <Override PartName="/ppt/slides/slide307.xml" ContentType="application/vnd.openxmlformats-officedocument.presentationml.slide+xml"/>
  <Override PartName="/ppt/slides/slide308.xml" ContentType="application/vnd.openxmlformats-officedocument.presentationml.slide+xml"/>
  <Override PartName="/ppt/slides/slide309.xml" ContentType="application/vnd.openxmlformats-officedocument.presentationml.slide+xml"/>
  <Override PartName="/ppt/slides/slide31.xml" ContentType="application/vnd.openxmlformats-officedocument.presentationml.slide+xml"/>
  <Override PartName="/ppt/slides/slide310.xml" ContentType="application/vnd.openxmlformats-officedocument.presentationml.slide+xml"/>
  <Override PartName="/ppt/slides/slide311.xml" ContentType="application/vnd.openxmlformats-officedocument.presentationml.slide+xml"/>
  <Override PartName="/ppt/slides/slide312.xml" ContentType="application/vnd.openxmlformats-officedocument.presentationml.slide+xml"/>
  <Override PartName="/ppt/slides/slide313.xml" ContentType="application/vnd.openxmlformats-officedocument.presentationml.slide+xml"/>
  <Override PartName="/ppt/slides/slide314.xml" ContentType="application/vnd.openxmlformats-officedocument.presentationml.slide+xml"/>
  <Override PartName="/ppt/slides/slide315.xml" ContentType="application/vnd.openxmlformats-officedocument.presentationml.slide+xml"/>
  <Override PartName="/ppt/slides/slide316.xml" ContentType="application/vnd.openxmlformats-officedocument.presentationml.slide+xml"/>
  <Override PartName="/ppt/slides/slide317.xml" ContentType="application/vnd.openxmlformats-officedocument.presentationml.slide+xml"/>
  <Override PartName="/ppt/slides/slide318.xml" ContentType="application/vnd.openxmlformats-officedocument.presentationml.slide+xml"/>
  <Override PartName="/ppt/slides/slide319.xml" ContentType="application/vnd.openxmlformats-officedocument.presentationml.slide+xml"/>
  <Override PartName="/ppt/slides/slide32.xml" ContentType="application/vnd.openxmlformats-officedocument.presentationml.slide+xml"/>
  <Override PartName="/ppt/slides/slide320.xml" ContentType="application/vnd.openxmlformats-officedocument.presentationml.slide+xml"/>
  <Override PartName="/ppt/slides/slide321.xml" ContentType="application/vnd.openxmlformats-officedocument.presentationml.slide+xml"/>
  <Override PartName="/ppt/slides/slide322.xml" ContentType="application/vnd.openxmlformats-officedocument.presentationml.slide+xml"/>
  <Override PartName="/ppt/slides/slide323.xml" ContentType="application/vnd.openxmlformats-officedocument.presentationml.slide+xml"/>
  <Override PartName="/ppt/slides/slide324.xml" ContentType="application/vnd.openxmlformats-officedocument.presentationml.slide+xml"/>
  <Override PartName="/ppt/slides/slide325.xml" ContentType="application/vnd.openxmlformats-officedocument.presentationml.slide+xml"/>
  <Override PartName="/ppt/slides/slide326.xml" ContentType="application/vnd.openxmlformats-officedocument.presentationml.slide+xml"/>
  <Override PartName="/ppt/slides/slide327.xml" ContentType="application/vnd.openxmlformats-officedocument.presentationml.slide+xml"/>
  <Override PartName="/ppt/slides/slide328.xml" ContentType="application/vnd.openxmlformats-officedocument.presentationml.slide+xml"/>
  <Override PartName="/ppt/slides/slide329.xml" ContentType="application/vnd.openxmlformats-officedocument.presentationml.slide+xml"/>
  <Override PartName="/ppt/slides/slide33.xml" ContentType="application/vnd.openxmlformats-officedocument.presentationml.slide+xml"/>
  <Override PartName="/ppt/slides/slide330.xml" ContentType="application/vnd.openxmlformats-officedocument.presentationml.slide+xml"/>
  <Override PartName="/ppt/slides/slide331.xml" ContentType="application/vnd.openxmlformats-officedocument.presentationml.slide+xml"/>
  <Override PartName="/ppt/slides/slide332.xml" ContentType="application/vnd.openxmlformats-officedocument.presentationml.slide+xml"/>
  <Override PartName="/ppt/slides/slide333.xml" ContentType="application/vnd.openxmlformats-officedocument.presentationml.slide+xml"/>
  <Override PartName="/ppt/slides/slide334.xml" ContentType="application/vnd.openxmlformats-officedocument.presentationml.slide+xml"/>
  <Override PartName="/ppt/slides/slide335.xml" ContentType="application/vnd.openxmlformats-officedocument.presentationml.slide+xml"/>
  <Override PartName="/ppt/slides/slide336.xml" ContentType="application/vnd.openxmlformats-officedocument.presentationml.slide+xml"/>
  <Override PartName="/ppt/slides/slide337.xml" ContentType="application/vnd.openxmlformats-officedocument.presentationml.slide+xml"/>
  <Override PartName="/ppt/slides/slide338.xml" ContentType="application/vnd.openxmlformats-officedocument.presentationml.slide+xml"/>
  <Override PartName="/ppt/slides/slide339.xml" ContentType="application/vnd.openxmlformats-officedocument.presentationml.slide+xml"/>
  <Override PartName="/ppt/slides/slide34.xml" ContentType="application/vnd.openxmlformats-officedocument.presentationml.slide+xml"/>
  <Override PartName="/ppt/slides/slide340.xml" ContentType="application/vnd.openxmlformats-officedocument.presentationml.slide+xml"/>
  <Override PartName="/ppt/slides/slide341.xml" ContentType="application/vnd.openxmlformats-officedocument.presentationml.slide+xml"/>
  <Override PartName="/ppt/slides/slide342.xml" ContentType="application/vnd.openxmlformats-officedocument.presentationml.slide+xml"/>
  <Override PartName="/ppt/slides/slide343.xml" ContentType="application/vnd.openxmlformats-officedocument.presentationml.slide+xml"/>
  <Override PartName="/ppt/slides/slide344.xml" ContentType="application/vnd.openxmlformats-officedocument.presentationml.slide+xml"/>
  <Override PartName="/ppt/slides/slide345.xml" ContentType="application/vnd.openxmlformats-officedocument.presentationml.slide+xml"/>
  <Override PartName="/ppt/slides/slide346.xml" ContentType="application/vnd.openxmlformats-officedocument.presentationml.slide+xml"/>
  <Override PartName="/ppt/slides/slide347.xml" ContentType="application/vnd.openxmlformats-officedocument.presentationml.slide+xml"/>
  <Override PartName="/ppt/slides/slide348.xml" ContentType="application/vnd.openxmlformats-officedocument.presentationml.slide+xml"/>
  <Override PartName="/ppt/slides/slide349.xml" ContentType="application/vnd.openxmlformats-officedocument.presentationml.slide+xml"/>
  <Override PartName="/ppt/slides/slide35.xml" ContentType="application/vnd.openxmlformats-officedocument.presentationml.slide+xml"/>
  <Override PartName="/ppt/slides/slide350.xml" ContentType="application/vnd.openxmlformats-officedocument.presentationml.slide+xml"/>
  <Override PartName="/ppt/slides/slide351.xml" ContentType="application/vnd.openxmlformats-officedocument.presentationml.slide+xml"/>
  <Override PartName="/ppt/slides/slide352.xml" ContentType="application/vnd.openxmlformats-officedocument.presentationml.slide+xml"/>
  <Override PartName="/ppt/slides/slide353.xml" ContentType="application/vnd.openxmlformats-officedocument.presentationml.slide+xml"/>
  <Override PartName="/ppt/slides/slide354.xml" ContentType="application/vnd.openxmlformats-officedocument.presentationml.slide+xml"/>
  <Override PartName="/ppt/slides/slide355.xml" ContentType="application/vnd.openxmlformats-officedocument.presentationml.slide+xml"/>
  <Override PartName="/ppt/slides/slide356.xml" ContentType="application/vnd.openxmlformats-officedocument.presentationml.slide+xml"/>
  <Override PartName="/ppt/slides/slide357.xml" ContentType="application/vnd.openxmlformats-officedocument.presentationml.slide+xml"/>
  <Override PartName="/ppt/slides/slide358.xml" ContentType="application/vnd.openxmlformats-officedocument.presentationml.slide+xml"/>
  <Override PartName="/ppt/slides/slide359.xml" ContentType="application/vnd.openxmlformats-officedocument.presentationml.slide+xml"/>
  <Override PartName="/ppt/slides/slide36.xml" ContentType="application/vnd.openxmlformats-officedocument.presentationml.slide+xml"/>
  <Override PartName="/ppt/slides/slide360.xml" ContentType="application/vnd.openxmlformats-officedocument.presentationml.slide+xml"/>
  <Override PartName="/ppt/slides/slide361.xml" ContentType="application/vnd.openxmlformats-officedocument.presentationml.slide+xml"/>
  <Override PartName="/ppt/slides/slide362.xml" ContentType="application/vnd.openxmlformats-officedocument.presentationml.slide+xml"/>
  <Override PartName="/ppt/slides/slide363.xml" ContentType="application/vnd.openxmlformats-officedocument.presentationml.slide+xml"/>
  <Override PartName="/ppt/slides/slide364.xml" ContentType="application/vnd.openxmlformats-officedocument.presentationml.slide+xml"/>
  <Override PartName="/ppt/slides/slide365.xml" ContentType="application/vnd.openxmlformats-officedocument.presentationml.slide+xml"/>
  <Override PartName="/ppt/slides/slide366.xml" ContentType="application/vnd.openxmlformats-officedocument.presentationml.slide+xml"/>
  <Override PartName="/ppt/slides/slide367.xml" ContentType="application/vnd.openxmlformats-officedocument.presentationml.slide+xml"/>
  <Override PartName="/ppt/slides/slide368.xml" ContentType="application/vnd.openxmlformats-officedocument.presentationml.slide+xml"/>
  <Override PartName="/ppt/slides/slide369.xml" ContentType="application/vnd.openxmlformats-officedocument.presentationml.slide+xml"/>
  <Override PartName="/ppt/slides/slide37.xml" ContentType="application/vnd.openxmlformats-officedocument.presentationml.slide+xml"/>
  <Override PartName="/ppt/slides/slide370.xml" ContentType="application/vnd.openxmlformats-officedocument.presentationml.slide+xml"/>
  <Override PartName="/ppt/slides/slide371.xml" ContentType="application/vnd.openxmlformats-officedocument.presentationml.slide+xml"/>
  <Override PartName="/ppt/slides/slide372.xml" ContentType="application/vnd.openxmlformats-officedocument.presentationml.slide+xml"/>
  <Override PartName="/ppt/slides/slide373.xml" ContentType="application/vnd.openxmlformats-officedocument.presentationml.slide+xml"/>
  <Override PartName="/ppt/slides/slide374.xml" ContentType="application/vnd.openxmlformats-officedocument.presentationml.slide+xml"/>
  <Override PartName="/ppt/slides/slide375.xml" ContentType="application/vnd.openxmlformats-officedocument.presentationml.slide+xml"/>
  <Override PartName="/ppt/slides/slide376.xml" ContentType="application/vnd.openxmlformats-officedocument.presentationml.slide+xml"/>
  <Override PartName="/ppt/slides/slide377.xml" ContentType="application/vnd.openxmlformats-officedocument.presentationml.slide+xml"/>
  <Override PartName="/ppt/slides/slide378.xml" ContentType="application/vnd.openxmlformats-officedocument.presentationml.slide+xml"/>
  <Override PartName="/ppt/slides/slide379.xml" ContentType="application/vnd.openxmlformats-officedocument.presentationml.slide+xml"/>
  <Override PartName="/ppt/slides/slide38.xml" ContentType="application/vnd.openxmlformats-officedocument.presentationml.slide+xml"/>
  <Override PartName="/ppt/slides/slide380.xml" ContentType="application/vnd.openxmlformats-officedocument.presentationml.slide+xml"/>
  <Override PartName="/ppt/slides/slide381.xml" ContentType="application/vnd.openxmlformats-officedocument.presentationml.slide+xml"/>
  <Override PartName="/ppt/slides/slide382.xml" ContentType="application/vnd.openxmlformats-officedocument.presentationml.slide+xml"/>
  <Override PartName="/ppt/slides/slide383.xml" ContentType="application/vnd.openxmlformats-officedocument.presentationml.slide+xml"/>
  <Override PartName="/ppt/slides/slide384.xml" ContentType="application/vnd.openxmlformats-officedocument.presentationml.slide+xml"/>
  <Override PartName="/ppt/slides/slide385.xml" ContentType="application/vnd.openxmlformats-officedocument.presentationml.slide+xml"/>
  <Override PartName="/ppt/slides/slide386.xml" ContentType="application/vnd.openxmlformats-officedocument.presentationml.slide+xml"/>
  <Override PartName="/ppt/slides/slide387.xml" ContentType="application/vnd.openxmlformats-officedocument.presentationml.slide+xml"/>
  <Override PartName="/ppt/slides/slide388.xml" ContentType="application/vnd.openxmlformats-officedocument.presentationml.slide+xml"/>
  <Override PartName="/ppt/slides/slide389.xml" ContentType="application/vnd.openxmlformats-officedocument.presentationml.slide+xml"/>
  <Override PartName="/ppt/slides/slide39.xml" ContentType="application/vnd.openxmlformats-officedocument.presentationml.slide+xml"/>
  <Override PartName="/ppt/slides/slide390.xml" ContentType="application/vnd.openxmlformats-officedocument.presentationml.slide+xml"/>
  <Override PartName="/ppt/slides/slide391.xml" ContentType="application/vnd.openxmlformats-officedocument.presentationml.slide+xml"/>
  <Override PartName="/ppt/slides/slide392.xml" ContentType="application/vnd.openxmlformats-officedocument.presentationml.slide+xml"/>
  <Override PartName="/ppt/slides/slide393.xml" ContentType="application/vnd.openxmlformats-officedocument.presentationml.slide+xml"/>
  <Override PartName="/ppt/slides/slide394.xml" ContentType="application/vnd.openxmlformats-officedocument.presentationml.slide+xml"/>
  <Override PartName="/ppt/slides/slide395.xml" ContentType="application/vnd.openxmlformats-officedocument.presentationml.slide+xml"/>
  <Override PartName="/ppt/slides/slide396.xml" ContentType="application/vnd.openxmlformats-officedocument.presentationml.slide+xml"/>
  <Override PartName="/ppt/slides/slide397.xml" ContentType="application/vnd.openxmlformats-officedocument.presentationml.slide+xml"/>
  <Override PartName="/ppt/slides/slide398.xml" ContentType="application/vnd.openxmlformats-officedocument.presentationml.slide+xml"/>
  <Override PartName="/ppt/slides/slide39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00.xml" ContentType="application/vnd.openxmlformats-officedocument.presentationml.slide+xml"/>
  <Override PartName="/ppt/slides/slide401.xml" ContentType="application/vnd.openxmlformats-officedocument.presentationml.slide+xml"/>
  <Override PartName="/ppt/slides/slide402.xml" ContentType="application/vnd.openxmlformats-officedocument.presentationml.slide+xml"/>
  <Override PartName="/ppt/slides/slide403.xml" ContentType="application/vnd.openxmlformats-officedocument.presentationml.slide+xml"/>
  <Override PartName="/ppt/slides/slide404.xml" ContentType="application/vnd.openxmlformats-officedocument.presentationml.slide+xml"/>
  <Override PartName="/ppt/slides/slide405.xml" ContentType="application/vnd.openxmlformats-officedocument.presentationml.slide+xml"/>
  <Override PartName="/ppt/slides/slide406.xml" ContentType="application/vnd.openxmlformats-officedocument.presentationml.slide+xml"/>
  <Override PartName="/ppt/slides/slide407.xml" ContentType="application/vnd.openxmlformats-officedocument.presentationml.slide+xml"/>
  <Override PartName="/ppt/slides/slide408.xml" ContentType="application/vnd.openxmlformats-officedocument.presentationml.slide+xml"/>
  <Override PartName="/ppt/slides/slide409.xml" ContentType="application/vnd.openxmlformats-officedocument.presentationml.slide+xml"/>
  <Override PartName="/ppt/slides/slide41.xml" ContentType="application/vnd.openxmlformats-officedocument.presentationml.slide+xml"/>
  <Override PartName="/ppt/slides/slide410.xml" ContentType="application/vnd.openxmlformats-officedocument.presentationml.slide+xml"/>
  <Override PartName="/ppt/slides/slide411.xml" ContentType="application/vnd.openxmlformats-officedocument.presentationml.slide+xml"/>
  <Override PartName="/ppt/slides/slide412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  <p:sldId id="459" r:id="rId210"/>
    <p:sldId id="460" r:id="rId211"/>
    <p:sldId id="461" r:id="rId212"/>
    <p:sldId id="462" r:id="rId213"/>
    <p:sldId id="463" r:id="rId214"/>
    <p:sldId id="464" r:id="rId215"/>
    <p:sldId id="465" r:id="rId216"/>
    <p:sldId id="466" r:id="rId217"/>
    <p:sldId id="467" r:id="rId218"/>
    <p:sldId id="468" r:id="rId219"/>
    <p:sldId id="469" r:id="rId220"/>
    <p:sldId id="470" r:id="rId221"/>
    <p:sldId id="471" r:id="rId222"/>
    <p:sldId id="472" r:id="rId223"/>
    <p:sldId id="473" r:id="rId224"/>
    <p:sldId id="474" r:id="rId225"/>
    <p:sldId id="475" r:id="rId226"/>
    <p:sldId id="476" r:id="rId227"/>
    <p:sldId id="477" r:id="rId228"/>
    <p:sldId id="478" r:id="rId229"/>
    <p:sldId id="479" r:id="rId230"/>
    <p:sldId id="480" r:id="rId231"/>
    <p:sldId id="481" r:id="rId232"/>
    <p:sldId id="482" r:id="rId233"/>
    <p:sldId id="483" r:id="rId234"/>
    <p:sldId id="484" r:id="rId235"/>
    <p:sldId id="485" r:id="rId236"/>
    <p:sldId id="486" r:id="rId237"/>
    <p:sldId id="487" r:id="rId238"/>
    <p:sldId id="488" r:id="rId239"/>
    <p:sldId id="489" r:id="rId240"/>
    <p:sldId id="490" r:id="rId241"/>
    <p:sldId id="491" r:id="rId242"/>
    <p:sldId id="492" r:id="rId243"/>
    <p:sldId id="493" r:id="rId244"/>
    <p:sldId id="494" r:id="rId245"/>
    <p:sldId id="495" r:id="rId246"/>
    <p:sldId id="496" r:id="rId247"/>
    <p:sldId id="497" r:id="rId248"/>
    <p:sldId id="498" r:id="rId249"/>
    <p:sldId id="499" r:id="rId250"/>
    <p:sldId id="500" r:id="rId251"/>
    <p:sldId id="501" r:id="rId252"/>
    <p:sldId id="502" r:id="rId253"/>
    <p:sldId id="503" r:id="rId254"/>
    <p:sldId id="504" r:id="rId255"/>
    <p:sldId id="505" r:id="rId256"/>
    <p:sldId id="506" r:id="rId257"/>
    <p:sldId id="507" r:id="rId258"/>
    <p:sldId id="508" r:id="rId259"/>
    <p:sldId id="509" r:id="rId260"/>
    <p:sldId id="510" r:id="rId261"/>
    <p:sldId id="511" r:id="rId262"/>
    <p:sldId id="512" r:id="rId263"/>
    <p:sldId id="513" r:id="rId264"/>
    <p:sldId id="514" r:id="rId265"/>
    <p:sldId id="515" r:id="rId266"/>
    <p:sldId id="516" r:id="rId267"/>
    <p:sldId id="517" r:id="rId268"/>
    <p:sldId id="518" r:id="rId269"/>
    <p:sldId id="519" r:id="rId270"/>
    <p:sldId id="520" r:id="rId271"/>
    <p:sldId id="521" r:id="rId272"/>
    <p:sldId id="522" r:id="rId273"/>
    <p:sldId id="523" r:id="rId274"/>
    <p:sldId id="524" r:id="rId275"/>
    <p:sldId id="525" r:id="rId276"/>
    <p:sldId id="526" r:id="rId277"/>
    <p:sldId id="527" r:id="rId278"/>
    <p:sldId id="528" r:id="rId279"/>
    <p:sldId id="529" r:id="rId280"/>
    <p:sldId id="530" r:id="rId281"/>
    <p:sldId id="531" r:id="rId282"/>
    <p:sldId id="532" r:id="rId283"/>
    <p:sldId id="533" r:id="rId284"/>
    <p:sldId id="534" r:id="rId285"/>
    <p:sldId id="535" r:id="rId286"/>
    <p:sldId id="536" r:id="rId287"/>
    <p:sldId id="537" r:id="rId288"/>
    <p:sldId id="538" r:id="rId289"/>
    <p:sldId id="539" r:id="rId290"/>
    <p:sldId id="540" r:id="rId291"/>
    <p:sldId id="541" r:id="rId292"/>
    <p:sldId id="542" r:id="rId293"/>
    <p:sldId id="543" r:id="rId294"/>
    <p:sldId id="544" r:id="rId295"/>
    <p:sldId id="545" r:id="rId296"/>
    <p:sldId id="546" r:id="rId297"/>
    <p:sldId id="547" r:id="rId298"/>
    <p:sldId id="548" r:id="rId299"/>
    <p:sldId id="549" r:id="rId300"/>
    <p:sldId id="550" r:id="rId301"/>
    <p:sldId id="551" r:id="rId302"/>
    <p:sldId id="552" r:id="rId303"/>
    <p:sldId id="553" r:id="rId304"/>
    <p:sldId id="554" r:id="rId305"/>
    <p:sldId id="555" r:id="rId306"/>
    <p:sldId id="556" r:id="rId307"/>
    <p:sldId id="557" r:id="rId308"/>
    <p:sldId id="558" r:id="rId309"/>
    <p:sldId id="559" r:id="rId310"/>
    <p:sldId id="560" r:id="rId311"/>
    <p:sldId id="561" r:id="rId312"/>
    <p:sldId id="562" r:id="rId313"/>
    <p:sldId id="563" r:id="rId314"/>
    <p:sldId id="564" r:id="rId315"/>
    <p:sldId id="565" r:id="rId316"/>
    <p:sldId id="566" r:id="rId317"/>
    <p:sldId id="567" r:id="rId318"/>
    <p:sldId id="568" r:id="rId319"/>
    <p:sldId id="569" r:id="rId320"/>
    <p:sldId id="570" r:id="rId321"/>
    <p:sldId id="571" r:id="rId322"/>
    <p:sldId id="572" r:id="rId323"/>
    <p:sldId id="573" r:id="rId324"/>
    <p:sldId id="574" r:id="rId325"/>
    <p:sldId id="575" r:id="rId326"/>
    <p:sldId id="576" r:id="rId327"/>
    <p:sldId id="577" r:id="rId328"/>
    <p:sldId id="578" r:id="rId329"/>
    <p:sldId id="579" r:id="rId330"/>
    <p:sldId id="580" r:id="rId331"/>
    <p:sldId id="581" r:id="rId332"/>
    <p:sldId id="582" r:id="rId333"/>
    <p:sldId id="583" r:id="rId334"/>
    <p:sldId id="584" r:id="rId335"/>
    <p:sldId id="585" r:id="rId336"/>
    <p:sldId id="586" r:id="rId337"/>
    <p:sldId id="587" r:id="rId338"/>
    <p:sldId id="588" r:id="rId339"/>
    <p:sldId id="589" r:id="rId340"/>
    <p:sldId id="590" r:id="rId341"/>
    <p:sldId id="591" r:id="rId342"/>
    <p:sldId id="592" r:id="rId343"/>
    <p:sldId id="593" r:id="rId344"/>
    <p:sldId id="594" r:id="rId345"/>
    <p:sldId id="595" r:id="rId346"/>
    <p:sldId id="596" r:id="rId347"/>
    <p:sldId id="597" r:id="rId348"/>
    <p:sldId id="598" r:id="rId349"/>
    <p:sldId id="599" r:id="rId350"/>
    <p:sldId id="600" r:id="rId351"/>
    <p:sldId id="601" r:id="rId352"/>
    <p:sldId id="602" r:id="rId353"/>
    <p:sldId id="603" r:id="rId354"/>
    <p:sldId id="604" r:id="rId355"/>
    <p:sldId id="605" r:id="rId356"/>
    <p:sldId id="606" r:id="rId357"/>
    <p:sldId id="607" r:id="rId358"/>
    <p:sldId id="608" r:id="rId359"/>
    <p:sldId id="609" r:id="rId360"/>
    <p:sldId id="610" r:id="rId361"/>
    <p:sldId id="611" r:id="rId362"/>
    <p:sldId id="612" r:id="rId363"/>
    <p:sldId id="613" r:id="rId364"/>
    <p:sldId id="614" r:id="rId365"/>
    <p:sldId id="615" r:id="rId366"/>
    <p:sldId id="616" r:id="rId367"/>
    <p:sldId id="617" r:id="rId368"/>
    <p:sldId id="618" r:id="rId369"/>
    <p:sldId id="619" r:id="rId370"/>
    <p:sldId id="620" r:id="rId371"/>
    <p:sldId id="621" r:id="rId372"/>
    <p:sldId id="622" r:id="rId373"/>
    <p:sldId id="623" r:id="rId374"/>
    <p:sldId id="624" r:id="rId375"/>
    <p:sldId id="625" r:id="rId376"/>
    <p:sldId id="626" r:id="rId377"/>
    <p:sldId id="627" r:id="rId378"/>
    <p:sldId id="628" r:id="rId379"/>
    <p:sldId id="629" r:id="rId380"/>
    <p:sldId id="630" r:id="rId381"/>
    <p:sldId id="631" r:id="rId382"/>
    <p:sldId id="632" r:id="rId383"/>
    <p:sldId id="633" r:id="rId384"/>
    <p:sldId id="634" r:id="rId385"/>
    <p:sldId id="635" r:id="rId386"/>
    <p:sldId id="636" r:id="rId387"/>
    <p:sldId id="637" r:id="rId388"/>
    <p:sldId id="638" r:id="rId389"/>
    <p:sldId id="639" r:id="rId390"/>
    <p:sldId id="640" r:id="rId391"/>
    <p:sldId id="641" r:id="rId392"/>
    <p:sldId id="642" r:id="rId393"/>
    <p:sldId id="643" r:id="rId394"/>
    <p:sldId id="644" r:id="rId395"/>
    <p:sldId id="645" r:id="rId396"/>
    <p:sldId id="646" r:id="rId397"/>
    <p:sldId id="647" r:id="rId398"/>
    <p:sldId id="648" r:id="rId399"/>
    <p:sldId id="649" r:id="rId400"/>
    <p:sldId id="650" r:id="rId401"/>
    <p:sldId id="651" r:id="rId402"/>
    <p:sldId id="652" r:id="rId403"/>
    <p:sldId id="653" r:id="rId404"/>
    <p:sldId id="654" r:id="rId405"/>
    <p:sldId id="655" r:id="rId406"/>
    <p:sldId id="656" r:id="rId407"/>
    <p:sldId id="657" r:id="rId408"/>
    <p:sldId id="658" r:id="rId409"/>
    <p:sldId id="659" r:id="rId410"/>
    <p:sldId id="660" r:id="rId411"/>
    <p:sldId id="661" r:id="rId412"/>
    <p:sldId id="662" r:id="rId413"/>
    <p:sldId id="663" r:id="rId414"/>
    <p:sldId id="664" r:id="rId415"/>
    <p:sldId id="665" r:id="rId416"/>
    <p:sldId id="666" r:id="rId417"/>
    <p:sldId id="667" r:id="rId4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Relationship Id="rId210" Type="http://schemas.openxmlformats.org/officeDocument/2006/relationships/slide" Target="slides/slide204.xml"/><Relationship Id="rId211" Type="http://schemas.openxmlformats.org/officeDocument/2006/relationships/slide" Target="slides/slide205.xml"/><Relationship Id="rId212" Type="http://schemas.openxmlformats.org/officeDocument/2006/relationships/slide" Target="slides/slide206.xml"/><Relationship Id="rId213" Type="http://schemas.openxmlformats.org/officeDocument/2006/relationships/slide" Target="slides/slide207.xml"/><Relationship Id="rId214" Type="http://schemas.openxmlformats.org/officeDocument/2006/relationships/slide" Target="slides/slide208.xml"/><Relationship Id="rId215" Type="http://schemas.openxmlformats.org/officeDocument/2006/relationships/slide" Target="slides/slide209.xml"/><Relationship Id="rId216" Type="http://schemas.openxmlformats.org/officeDocument/2006/relationships/slide" Target="slides/slide210.xml"/><Relationship Id="rId217" Type="http://schemas.openxmlformats.org/officeDocument/2006/relationships/slide" Target="slides/slide211.xml"/><Relationship Id="rId218" Type="http://schemas.openxmlformats.org/officeDocument/2006/relationships/slide" Target="slides/slide212.xml"/><Relationship Id="rId219" Type="http://schemas.openxmlformats.org/officeDocument/2006/relationships/slide" Target="slides/slide213.xml"/><Relationship Id="rId220" Type="http://schemas.openxmlformats.org/officeDocument/2006/relationships/slide" Target="slides/slide214.xml"/><Relationship Id="rId221" Type="http://schemas.openxmlformats.org/officeDocument/2006/relationships/slide" Target="slides/slide215.xml"/><Relationship Id="rId222" Type="http://schemas.openxmlformats.org/officeDocument/2006/relationships/slide" Target="slides/slide216.xml"/><Relationship Id="rId223" Type="http://schemas.openxmlformats.org/officeDocument/2006/relationships/slide" Target="slides/slide217.xml"/><Relationship Id="rId224" Type="http://schemas.openxmlformats.org/officeDocument/2006/relationships/slide" Target="slides/slide218.xml"/><Relationship Id="rId225" Type="http://schemas.openxmlformats.org/officeDocument/2006/relationships/slide" Target="slides/slide219.xml"/><Relationship Id="rId226" Type="http://schemas.openxmlformats.org/officeDocument/2006/relationships/slide" Target="slides/slide220.xml"/><Relationship Id="rId227" Type="http://schemas.openxmlformats.org/officeDocument/2006/relationships/slide" Target="slides/slide221.xml"/><Relationship Id="rId228" Type="http://schemas.openxmlformats.org/officeDocument/2006/relationships/slide" Target="slides/slide222.xml"/><Relationship Id="rId229" Type="http://schemas.openxmlformats.org/officeDocument/2006/relationships/slide" Target="slides/slide223.xml"/><Relationship Id="rId230" Type="http://schemas.openxmlformats.org/officeDocument/2006/relationships/slide" Target="slides/slide224.xml"/><Relationship Id="rId231" Type="http://schemas.openxmlformats.org/officeDocument/2006/relationships/slide" Target="slides/slide225.xml"/><Relationship Id="rId232" Type="http://schemas.openxmlformats.org/officeDocument/2006/relationships/slide" Target="slides/slide226.xml"/><Relationship Id="rId233" Type="http://schemas.openxmlformats.org/officeDocument/2006/relationships/slide" Target="slides/slide227.xml"/><Relationship Id="rId234" Type="http://schemas.openxmlformats.org/officeDocument/2006/relationships/slide" Target="slides/slide228.xml"/><Relationship Id="rId235" Type="http://schemas.openxmlformats.org/officeDocument/2006/relationships/slide" Target="slides/slide229.xml"/><Relationship Id="rId236" Type="http://schemas.openxmlformats.org/officeDocument/2006/relationships/slide" Target="slides/slide230.xml"/><Relationship Id="rId237" Type="http://schemas.openxmlformats.org/officeDocument/2006/relationships/slide" Target="slides/slide231.xml"/><Relationship Id="rId238" Type="http://schemas.openxmlformats.org/officeDocument/2006/relationships/slide" Target="slides/slide232.xml"/><Relationship Id="rId239" Type="http://schemas.openxmlformats.org/officeDocument/2006/relationships/slide" Target="slides/slide233.xml"/><Relationship Id="rId240" Type="http://schemas.openxmlformats.org/officeDocument/2006/relationships/slide" Target="slides/slide234.xml"/><Relationship Id="rId241" Type="http://schemas.openxmlformats.org/officeDocument/2006/relationships/slide" Target="slides/slide235.xml"/><Relationship Id="rId242" Type="http://schemas.openxmlformats.org/officeDocument/2006/relationships/slide" Target="slides/slide236.xml"/><Relationship Id="rId243" Type="http://schemas.openxmlformats.org/officeDocument/2006/relationships/slide" Target="slides/slide237.xml"/><Relationship Id="rId244" Type="http://schemas.openxmlformats.org/officeDocument/2006/relationships/slide" Target="slides/slide238.xml"/><Relationship Id="rId245" Type="http://schemas.openxmlformats.org/officeDocument/2006/relationships/slide" Target="slides/slide239.xml"/><Relationship Id="rId246" Type="http://schemas.openxmlformats.org/officeDocument/2006/relationships/slide" Target="slides/slide240.xml"/><Relationship Id="rId247" Type="http://schemas.openxmlformats.org/officeDocument/2006/relationships/slide" Target="slides/slide241.xml"/><Relationship Id="rId248" Type="http://schemas.openxmlformats.org/officeDocument/2006/relationships/slide" Target="slides/slide242.xml"/><Relationship Id="rId249" Type="http://schemas.openxmlformats.org/officeDocument/2006/relationships/slide" Target="slides/slide243.xml"/><Relationship Id="rId250" Type="http://schemas.openxmlformats.org/officeDocument/2006/relationships/slide" Target="slides/slide244.xml"/><Relationship Id="rId251" Type="http://schemas.openxmlformats.org/officeDocument/2006/relationships/slide" Target="slides/slide245.xml"/><Relationship Id="rId252" Type="http://schemas.openxmlformats.org/officeDocument/2006/relationships/slide" Target="slides/slide246.xml"/><Relationship Id="rId253" Type="http://schemas.openxmlformats.org/officeDocument/2006/relationships/slide" Target="slides/slide247.xml"/><Relationship Id="rId254" Type="http://schemas.openxmlformats.org/officeDocument/2006/relationships/slide" Target="slides/slide248.xml"/><Relationship Id="rId255" Type="http://schemas.openxmlformats.org/officeDocument/2006/relationships/slide" Target="slides/slide249.xml"/><Relationship Id="rId256" Type="http://schemas.openxmlformats.org/officeDocument/2006/relationships/slide" Target="slides/slide250.xml"/><Relationship Id="rId257" Type="http://schemas.openxmlformats.org/officeDocument/2006/relationships/slide" Target="slides/slide251.xml"/><Relationship Id="rId258" Type="http://schemas.openxmlformats.org/officeDocument/2006/relationships/slide" Target="slides/slide252.xml"/><Relationship Id="rId259" Type="http://schemas.openxmlformats.org/officeDocument/2006/relationships/slide" Target="slides/slide253.xml"/><Relationship Id="rId260" Type="http://schemas.openxmlformats.org/officeDocument/2006/relationships/slide" Target="slides/slide254.xml"/><Relationship Id="rId261" Type="http://schemas.openxmlformats.org/officeDocument/2006/relationships/slide" Target="slides/slide255.xml"/><Relationship Id="rId262" Type="http://schemas.openxmlformats.org/officeDocument/2006/relationships/slide" Target="slides/slide256.xml"/><Relationship Id="rId263" Type="http://schemas.openxmlformats.org/officeDocument/2006/relationships/slide" Target="slides/slide257.xml"/><Relationship Id="rId264" Type="http://schemas.openxmlformats.org/officeDocument/2006/relationships/slide" Target="slides/slide258.xml"/><Relationship Id="rId265" Type="http://schemas.openxmlformats.org/officeDocument/2006/relationships/slide" Target="slides/slide259.xml"/><Relationship Id="rId266" Type="http://schemas.openxmlformats.org/officeDocument/2006/relationships/slide" Target="slides/slide260.xml"/><Relationship Id="rId267" Type="http://schemas.openxmlformats.org/officeDocument/2006/relationships/slide" Target="slides/slide261.xml"/><Relationship Id="rId268" Type="http://schemas.openxmlformats.org/officeDocument/2006/relationships/slide" Target="slides/slide262.xml"/><Relationship Id="rId269" Type="http://schemas.openxmlformats.org/officeDocument/2006/relationships/slide" Target="slides/slide263.xml"/><Relationship Id="rId270" Type="http://schemas.openxmlformats.org/officeDocument/2006/relationships/slide" Target="slides/slide264.xml"/><Relationship Id="rId271" Type="http://schemas.openxmlformats.org/officeDocument/2006/relationships/slide" Target="slides/slide265.xml"/><Relationship Id="rId272" Type="http://schemas.openxmlformats.org/officeDocument/2006/relationships/slide" Target="slides/slide266.xml"/><Relationship Id="rId273" Type="http://schemas.openxmlformats.org/officeDocument/2006/relationships/slide" Target="slides/slide267.xml"/><Relationship Id="rId274" Type="http://schemas.openxmlformats.org/officeDocument/2006/relationships/slide" Target="slides/slide268.xml"/><Relationship Id="rId275" Type="http://schemas.openxmlformats.org/officeDocument/2006/relationships/slide" Target="slides/slide269.xml"/><Relationship Id="rId276" Type="http://schemas.openxmlformats.org/officeDocument/2006/relationships/slide" Target="slides/slide270.xml"/><Relationship Id="rId277" Type="http://schemas.openxmlformats.org/officeDocument/2006/relationships/slide" Target="slides/slide271.xml"/><Relationship Id="rId278" Type="http://schemas.openxmlformats.org/officeDocument/2006/relationships/slide" Target="slides/slide272.xml"/><Relationship Id="rId279" Type="http://schemas.openxmlformats.org/officeDocument/2006/relationships/slide" Target="slides/slide273.xml"/><Relationship Id="rId280" Type="http://schemas.openxmlformats.org/officeDocument/2006/relationships/slide" Target="slides/slide274.xml"/><Relationship Id="rId281" Type="http://schemas.openxmlformats.org/officeDocument/2006/relationships/slide" Target="slides/slide275.xml"/><Relationship Id="rId282" Type="http://schemas.openxmlformats.org/officeDocument/2006/relationships/slide" Target="slides/slide276.xml"/><Relationship Id="rId283" Type="http://schemas.openxmlformats.org/officeDocument/2006/relationships/slide" Target="slides/slide277.xml"/><Relationship Id="rId284" Type="http://schemas.openxmlformats.org/officeDocument/2006/relationships/slide" Target="slides/slide278.xml"/><Relationship Id="rId285" Type="http://schemas.openxmlformats.org/officeDocument/2006/relationships/slide" Target="slides/slide279.xml"/><Relationship Id="rId286" Type="http://schemas.openxmlformats.org/officeDocument/2006/relationships/slide" Target="slides/slide280.xml"/><Relationship Id="rId287" Type="http://schemas.openxmlformats.org/officeDocument/2006/relationships/slide" Target="slides/slide281.xml"/><Relationship Id="rId288" Type="http://schemas.openxmlformats.org/officeDocument/2006/relationships/slide" Target="slides/slide282.xml"/><Relationship Id="rId289" Type="http://schemas.openxmlformats.org/officeDocument/2006/relationships/slide" Target="slides/slide283.xml"/><Relationship Id="rId290" Type="http://schemas.openxmlformats.org/officeDocument/2006/relationships/slide" Target="slides/slide284.xml"/><Relationship Id="rId291" Type="http://schemas.openxmlformats.org/officeDocument/2006/relationships/slide" Target="slides/slide285.xml"/><Relationship Id="rId292" Type="http://schemas.openxmlformats.org/officeDocument/2006/relationships/slide" Target="slides/slide286.xml"/><Relationship Id="rId293" Type="http://schemas.openxmlformats.org/officeDocument/2006/relationships/slide" Target="slides/slide287.xml"/><Relationship Id="rId294" Type="http://schemas.openxmlformats.org/officeDocument/2006/relationships/slide" Target="slides/slide288.xml"/><Relationship Id="rId295" Type="http://schemas.openxmlformats.org/officeDocument/2006/relationships/slide" Target="slides/slide289.xml"/><Relationship Id="rId296" Type="http://schemas.openxmlformats.org/officeDocument/2006/relationships/slide" Target="slides/slide290.xml"/><Relationship Id="rId297" Type="http://schemas.openxmlformats.org/officeDocument/2006/relationships/slide" Target="slides/slide291.xml"/><Relationship Id="rId298" Type="http://schemas.openxmlformats.org/officeDocument/2006/relationships/slide" Target="slides/slide292.xml"/><Relationship Id="rId299" Type="http://schemas.openxmlformats.org/officeDocument/2006/relationships/slide" Target="slides/slide293.xml"/><Relationship Id="rId300" Type="http://schemas.openxmlformats.org/officeDocument/2006/relationships/slide" Target="slides/slide294.xml"/><Relationship Id="rId301" Type="http://schemas.openxmlformats.org/officeDocument/2006/relationships/slide" Target="slides/slide295.xml"/><Relationship Id="rId302" Type="http://schemas.openxmlformats.org/officeDocument/2006/relationships/slide" Target="slides/slide296.xml"/><Relationship Id="rId303" Type="http://schemas.openxmlformats.org/officeDocument/2006/relationships/slide" Target="slides/slide297.xml"/><Relationship Id="rId304" Type="http://schemas.openxmlformats.org/officeDocument/2006/relationships/slide" Target="slides/slide298.xml"/><Relationship Id="rId305" Type="http://schemas.openxmlformats.org/officeDocument/2006/relationships/slide" Target="slides/slide299.xml"/><Relationship Id="rId306" Type="http://schemas.openxmlformats.org/officeDocument/2006/relationships/slide" Target="slides/slide300.xml"/><Relationship Id="rId307" Type="http://schemas.openxmlformats.org/officeDocument/2006/relationships/slide" Target="slides/slide301.xml"/><Relationship Id="rId308" Type="http://schemas.openxmlformats.org/officeDocument/2006/relationships/slide" Target="slides/slide302.xml"/><Relationship Id="rId309" Type="http://schemas.openxmlformats.org/officeDocument/2006/relationships/slide" Target="slides/slide303.xml"/><Relationship Id="rId310" Type="http://schemas.openxmlformats.org/officeDocument/2006/relationships/slide" Target="slides/slide304.xml"/><Relationship Id="rId311" Type="http://schemas.openxmlformats.org/officeDocument/2006/relationships/slide" Target="slides/slide305.xml"/><Relationship Id="rId312" Type="http://schemas.openxmlformats.org/officeDocument/2006/relationships/slide" Target="slides/slide306.xml"/><Relationship Id="rId313" Type="http://schemas.openxmlformats.org/officeDocument/2006/relationships/slide" Target="slides/slide307.xml"/><Relationship Id="rId314" Type="http://schemas.openxmlformats.org/officeDocument/2006/relationships/slide" Target="slides/slide308.xml"/><Relationship Id="rId315" Type="http://schemas.openxmlformats.org/officeDocument/2006/relationships/slide" Target="slides/slide309.xml"/><Relationship Id="rId316" Type="http://schemas.openxmlformats.org/officeDocument/2006/relationships/slide" Target="slides/slide310.xml"/><Relationship Id="rId317" Type="http://schemas.openxmlformats.org/officeDocument/2006/relationships/slide" Target="slides/slide311.xml"/><Relationship Id="rId318" Type="http://schemas.openxmlformats.org/officeDocument/2006/relationships/slide" Target="slides/slide312.xml"/><Relationship Id="rId319" Type="http://schemas.openxmlformats.org/officeDocument/2006/relationships/slide" Target="slides/slide313.xml"/><Relationship Id="rId320" Type="http://schemas.openxmlformats.org/officeDocument/2006/relationships/slide" Target="slides/slide314.xml"/><Relationship Id="rId321" Type="http://schemas.openxmlformats.org/officeDocument/2006/relationships/slide" Target="slides/slide315.xml"/><Relationship Id="rId322" Type="http://schemas.openxmlformats.org/officeDocument/2006/relationships/slide" Target="slides/slide316.xml"/><Relationship Id="rId323" Type="http://schemas.openxmlformats.org/officeDocument/2006/relationships/slide" Target="slides/slide317.xml"/><Relationship Id="rId324" Type="http://schemas.openxmlformats.org/officeDocument/2006/relationships/slide" Target="slides/slide318.xml"/><Relationship Id="rId325" Type="http://schemas.openxmlformats.org/officeDocument/2006/relationships/slide" Target="slides/slide319.xml"/><Relationship Id="rId326" Type="http://schemas.openxmlformats.org/officeDocument/2006/relationships/slide" Target="slides/slide320.xml"/><Relationship Id="rId327" Type="http://schemas.openxmlformats.org/officeDocument/2006/relationships/slide" Target="slides/slide321.xml"/><Relationship Id="rId328" Type="http://schemas.openxmlformats.org/officeDocument/2006/relationships/slide" Target="slides/slide322.xml"/><Relationship Id="rId329" Type="http://schemas.openxmlformats.org/officeDocument/2006/relationships/slide" Target="slides/slide323.xml"/><Relationship Id="rId330" Type="http://schemas.openxmlformats.org/officeDocument/2006/relationships/slide" Target="slides/slide324.xml"/><Relationship Id="rId331" Type="http://schemas.openxmlformats.org/officeDocument/2006/relationships/slide" Target="slides/slide325.xml"/><Relationship Id="rId332" Type="http://schemas.openxmlformats.org/officeDocument/2006/relationships/slide" Target="slides/slide326.xml"/><Relationship Id="rId333" Type="http://schemas.openxmlformats.org/officeDocument/2006/relationships/slide" Target="slides/slide327.xml"/><Relationship Id="rId334" Type="http://schemas.openxmlformats.org/officeDocument/2006/relationships/slide" Target="slides/slide328.xml"/><Relationship Id="rId335" Type="http://schemas.openxmlformats.org/officeDocument/2006/relationships/slide" Target="slides/slide329.xml"/><Relationship Id="rId336" Type="http://schemas.openxmlformats.org/officeDocument/2006/relationships/slide" Target="slides/slide330.xml"/><Relationship Id="rId337" Type="http://schemas.openxmlformats.org/officeDocument/2006/relationships/slide" Target="slides/slide331.xml"/><Relationship Id="rId338" Type="http://schemas.openxmlformats.org/officeDocument/2006/relationships/slide" Target="slides/slide332.xml"/><Relationship Id="rId339" Type="http://schemas.openxmlformats.org/officeDocument/2006/relationships/slide" Target="slides/slide333.xml"/><Relationship Id="rId340" Type="http://schemas.openxmlformats.org/officeDocument/2006/relationships/slide" Target="slides/slide334.xml"/><Relationship Id="rId341" Type="http://schemas.openxmlformats.org/officeDocument/2006/relationships/slide" Target="slides/slide335.xml"/><Relationship Id="rId342" Type="http://schemas.openxmlformats.org/officeDocument/2006/relationships/slide" Target="slides/slide336.xml"/><Relationship Id="rId343" Type="http://schemas.openxmlformats.org/officeDocument/2006/relationships/slide" Target="slides/slide337.xml"/><Relationship Id="rId344" Type="http://schemas.openxmlformats.org/officeDocument/2006/relationships/slide" Target="slides/slide338.xml"/><Relationship Id="rId345" Type="http://schemas.openxmlformats.org/officeDocument/2006/relationships/slide" Target="slides/slide339.xml"/><Relationship Id="rId346" Type="http://schemas.openxmlformats.org/officeDocument/2006/relationships/slide" Target="slides/slide340.xml"/><Relationship Id="rId347" Type="http://schemas.openxmlformats.org/officeDocument/2006/relationships/slide" Target="slides/slide341.xml"/><Relationship Id="rId348" Type="http://schemas.openxmlformats.org/officeDocument/2006/relationships/slide" Target="slides/slide342.xml"/><Relationship Id="rId349" Type="http://schemas.openxmlformats.org/officeDocument/2006/relationships/slide" Target="slides/slide343.xml"/><Relationship Id="rId350" Type="http://schemas.openxmlformats.org/officeDocument/2006/relationships/slide" Target="slides/slide344.xml"/><Relationship Id="rId351" Type="http://schemas.openxmlformats.org/officeDocument/2006/relationships/slide" Target="slides/slide345.xml"/><Relationship Id="rId352" Type="http://schemas.openxmlformats.org/officeDocument/2006/relationships/slide" Target="slides/slide346.xml"/><Relationship Id="rId353" Type="http://schemas.openxmlformats.org/officeDocument/2006/relationships/slide" Target="slides/slide347.xml"/><Relationship Id="rId354" Type="http://schemas.openxmlformats.org/officeDocument/2006/relationships/slide" Target="slides/slide348.xml"/><Relationship Id="rId355" Type="http://schemas.openxmlformats.org/officeDocument/2006/relationships/slide" Target="slides/slide349.xml"/><Relationship Id="rId356" Type="http://schemas.openxmlformats.org/officeDocument/2006/relationships/slide" Target="slides/slide350.xml"/><Relationship Id="rId357" Type="http://schemas.openxmlformats.org/officeDocument/2006/relationships/slide" Target="slides/slide351.xml"/><Relationship Id="rId358" Type="http://schemas.openxmlformats.org/officeDocument/2006/relationships/slide" Target="slides/slide352.xml"/><Relationship Id="rId359" Type="http://schemas.openxmlformats.org/officeDocument/2006/relationships/slide" Target="slides/slide353.xml"/><Relationship Id="rId360" Type="http://schemas.openxmlformats.org/officeDocument/2006/relationships/slide" Target="slides/slide354.xml"/><Relationship Id="rId361" Type="http://schemas.openxmlformats.org/officeDocument/2006/relationships/slide" Target="slides/slide355.xml"/><Relationship Id="rId362" Type="http://schemas.openxmlformats.org/officeDocument/2006/relationships/slide" Target="slides/slide356.xml"/><Relationship Id="rId363" Type="http://schemas.openxmlformats.org/officeDocument/2006/relationships/slide" Target="slides/slide357.xml"/><Relationship Id="rId364" Type="http://schemas.openxmlformats.org/officeDocument/2006/relationships/slide" Target="slides/slide358.xml"/><Relationship Id="rId365" Type="http://schemas.openxmlformats.org/officeDocument/2006/relationships/slide" Target="slides/slide359.xml"/><Relationship Id="rId366" Type="http://schemas.openxmlformats.org/officeDocument/2006/relationships/slide" Target="slides/slide360.xml"/><Relationship Id="rId367" Type="http://schemas.openxmlformats.org/officeDocument/2006/relationships/slide" Target="slides/slide361.xml"/><Relationship Id="rId368" Type="http://schemas.openxmlformats.org/officeDocument/2006/relationships/slide" Target="slides/slide362.xml"/><Relationship Id="rId369" Type="http://schemas.openxmlformats.org/officeDocument/2006/relationships/slide" Target="slides/slide363.xml"/><Relationship Id="rId370" Type="http://schemas.openxmlformats.org/officeDocument/2006/relationships/slide" Target="slides/slide364.xml"/><Relationship Id="rId371" Type="http://schemas.openxmlformats.org/officeDocument/2006/relationships/slide" Target="slides/slide365.xml"/><Relationship Id="rId372" Type="http://schemas.openxmlformats.org/officeDocument/2006/relationships/slide" Target="slides/slide366.xml"/><Relationship Id="rId373" Type="http://schemas.openxmlformats.org/officeDocument/2006/relationships/slide" Target="slides/slide367.xml"/><Relationship Id="rId374" Type="http://schemas.openxmlformats.org/officeDocument/2006/relationships/slide" Target="slides/slide368.xml"/><Relationship Id="rId375" Type="http://schemas.openxmlformats.org/officeDocument/2006/relationships/slide" Target="slides/slide369.xml"/><Relationship Id="rId376" Type="http://schemas.openxmlformats.org/officeDocument/2006/relationships/slide" Target="slides/slide370.xml"/><Relationship Id="rId377" Type="http://schemas.openxmlformats.org/officeDocument/2006/relationships/slide" Target="slides/slide371.xml"/><Relationship Id="rId378" Type="http://schemas.openxmlformats.org/officeDocument/2006/relationships/slide" Target="slides/slide372.xml"/><Relationship Id="rId379" Type="http://schemas.openxmlformats.org/officeDocument/2006/relationships/slide" Target="slides/slide373.xml"/><Relationship Id="rId380" Type="http://schemas.openxmlformats.org/officeDocument/2006/relationships/slide" Target="slides/slide374.xml"/><Relationship Id="rId381" Type="http://schemas.openxmlformats.org/officeDocument/2006/relationships/slide" Target="slides/slide375.xml"/><Relationship Id="rId382" Type="http://schemas.openxmlformats.org/officeDocument/2006/relationships/slide" Target="slides/slide376.xml"/><Relationship Id="rId383" Type="http://schemas.openxmlformats.org/officeDocument/2006/relationships/slide" Target="slides/slide377.xml"/><Relationship Id="rId384" Type="http://schemas.openxmlformats.org/officeDocument/2006/relationships/slide" Target="slides/slide378.xml"/><Relationship Id="rId385" Type="http://schemas.openxmlformats.org/officeDocument/2006/relationships/slide" Target="slides/slide379.xml"/><Relationship Id="rId386" Type="http://schemas.openxmlformats.org/officeDocument/2006/relationships/slide" Target="slides/slide380.xml"/><Relationship Id="rId387" Type="http://schemas.openxmlformats.org/officeDocument/2006/relationships/slide" Target="slides/slide381.xml"/><Relationship Id="rId388" Type="http://schemas.openxmlformats.org/officeDocument/2006/relationships/slide" Target="slides/slide382.xml"/><Relationship Id="rId389" Type="http://schemas.openxmlformats.org/officeDocument/2006/relationships/slide" Target="slides/slide383.xml"/><Relationship Id="rId390" Type="http://schemas.openxmlformats.org/officeDocument/2006/relationships/slide" Target="slides/slide384.xml"/><Relationship Id="rId391" Type="http://schemas.openxmlformats.org/officeDocument/2006/relationships/slide" Target="slides/slide385.xml"/><Relationship Id="rId392" Type="http://schemas.openxmlformats.org/officeDocument/2006/relationships/slide" Target="slides/slide386.xml"/><Relationship Id="rId393" Type="http://schemas.openxmlformats.org/officeDocument/2006/relationships/slide" Target="slides/slide387.xml"/><Relationship Id="rId394" Type="http://schemas.openxmlformats.org/officeDocument/2006/relationships/slide" Target="slides/slide388.xml"/><Relationship Id="rId395" Type="http://schemas.openxmlformats.org/officeDocument/2006/relationships/slide" Target="slides/slide389.xml"/><Relationship Id="rId396" Type="http://schemas.openxmlformats.org/officeDocument/2006/relationships/slide" Target="slides/slide390.xml"/><Relationship Id="rId397" Type="http://schemas.openxmlformats.org/officeDocument/2006/relationships/slide" Target="slides/slide391.xml"/><Relationship Id="rId398" Type="http://schemas.openxmlformats.org/officeDocument/2006/relationships/slide" Target="slides/slide392.xml"/><Relationship Id="rId399" Type="http://schemas.openxmlformats.org/officeDocument/2006/relationships/slide" Target="slides/slide393.xml"/><Relationship Id="rId400" Type="http://schemas.openxmlformats.org/officeDocument/2006/relationships/slide" Target="slides/slide394.xml"/><Relationship Id="rId401" Type="http://schemas.openxmlformats.org/officeDocument/2006/relationships/slide" Target="slides/slide395.xml"/><Relationship Id="rId402" Type="http://schemas.openxmlformats.org/officeDocument/2006/relationships/slide" Target="slides/slide396.xml"/><Relationship Id="rId403" Type="http://schemas.openxmlformats.org/officeDocument/2006/relationships/slide" Target="slides/slide397.xml"/><Relationship Id="rId404" Type="http://schemas.openxmlformats.org/officeDocument/2006/relationships/slide" Target="slides/slide398.xml"/><Relationship Id="rId405" Type="http://schemas.openxmlformats.org/officeDocument/2006/relationships/slide" Target="slides/slide399.xml"/><Relationship Id="rId406" Type="http://schemas.openxmlformats.org/officeDocument/2006/relationships/slide" Target="slides/slide400.xml"/><Relationship Id="rId407" Type="http://schemas.openxmlformats.org/officeDocument/2006/relationships/slide" Target="slides/slide401.xml"/><Relationship Id="rId408" Type="http://schemas.openxmlformats.org/officeDocument/2006/relationships/slide" Target="slides/slide402.xml"/><Relationship Id="rId409" Type="http://schemas.openxmlformats.org/officeDocument/2006/relationships/slide" Target="slides/slide403.xml"/><Relationship Id="rId410" Type="http://schemas.openxmlformats.org/officeDocument/2006/relationships/slide" Target="slides/slide404.xml"/><Relationship Id="rId411" Type="http://schemas.openxmlformats.org/officeDocument/2006/relationships/slide" Target="slides/slide405.xml"/><Relationship Id="rId412" Type="http://schemas.openxmlformats.org/officeDocument/2006/relationships/slide" Target="slides/slide406.xml"/><Relationship Id="rId413" Type="http://schemas.openxmlformats.org/officeDocument/2006/relationships/slide" Target="slides/slide407.xml"/><Relationship Id="rId414" Type="http://schemas.openxmlformats.org/officeDocument/2006/relationships/slide" Target="slides/slide408.xml"/><Relationship Id="rId415" Type="http://schemas.openxmlformats.org/officeDocument/2006/relationships/slide" Target="slides/slide409.xml"/><Relationship Id="rId416" Type="http://schemas.openxmlformats.org/officeDocument/2006/relationships/slide" Target="slides/slide410.xml"/><Relationship Id="rId417" Type="http://schemas.openxmlformats.org/officeDocument/2006/relationships/slide" Target="slides/slide411.xml"/><Relationship Id="rId418" Type="http://schemas.openxmlformats.org/officeDocument/2006/relationships/slide" Target="slides/slide4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8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6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8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6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0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2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3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5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7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8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9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0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2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4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5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6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8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9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0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1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2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3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4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5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6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7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3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4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5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6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7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8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9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0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1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2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3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4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6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7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8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9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1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2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3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4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5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6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7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8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9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0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1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2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3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4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5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6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7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8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9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0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1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2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3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4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5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6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7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8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9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0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1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2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3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4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5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6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7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8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9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0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1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2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3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4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5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6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7.png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8.png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9.png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0.png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1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2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3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4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5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6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7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8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9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0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1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2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3.pn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4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5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6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7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8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0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9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0.png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1.png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2.png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3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4.png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5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6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7.png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8.png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9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0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1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2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3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4.png"/></Relationships>
</file>

<file path=ppt/slides/_rels/slide2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5.png"/></Relationships>
</file>

<file path=ppt/slides/_rels/slide2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6.png"/></Relationships>
</file>

<file path=ppt/slides/_rels/slide2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7.png"/></Relationships>
</file>

<file path=ppt/slides/_rels/slide2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8.png"/></Relationships>
</file>

<file path=ppt/slides/_rels/slide2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9.png"/></Relationships>
</file>

<file path=ppt/slides/_rels/slide2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0.png"/></Relationships>
</file>

<file path=ppt/slides/_rels/slide2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1.png"/></Relationships>
</file>

<file path=ppt/slides/_rels/slide2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2.png"/></Relationships>
</file>

<file path=ppt/slides/_rels/slide2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3.png"/></Relationships>
</file>

<file path=ppt/slides/_rels/slide2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4.png"/></Relationships>
</file>

<file path=ppt/slides/_rels/slide2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5.png"/></Relationships>
</file>

<file path=ppt/slides/_rels/slide2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6.png"/></Relationships>
</file>

<file path=ppt/slides/_rels/slide2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7.png"/></Relationships>
</file>

<file path=ppt/slides/_rels/slide2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8.png"/></Relationships>
</file>

<file path=ppt/slides/_rels/slide2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9.png"/></Relationships>
</file>

<file path=ppt/slides/_rels/slide2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0.png"/></Relationships>
</file>

<file path=ppt/slides/_rels/slide2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1.png"/></Relationships>
</file>

<file path=ppt/slides/_rels/slide2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2.png"/></Relationships>
</file>

<file path=ppt/slides/_rels/slide2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3.png"/></Relationships>
</file>

<file path=ppt/slides/_rels/slide2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4.png"/></Relationships>
</file>

<file path=ppt/slides/_rels/slide2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5.png"/></Relationships>
</file>

<file path=ppt/slides/_rels/slide2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6.png"/></Relationships>
</file>

<file path=ppt/slides/_rels/slide2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7.png"/></Relationships>
</file>

<file path=ppt/slides/_rels/slide2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8.png"/></Relationships>
</file>

<file path=ppt/slides/_rels/slide2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9.png"/></Relationships>
</file>

<file path=ppt/slides/_rels/slide2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0.png"/></Relationships>
</file>

<file path=ppt/slides/_rels/slide2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1.png"/></Relationships>
</file>

<file path=ppt/slides/_rels/slide2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2.png"/></Relationships>
</file>

<file path=ppt/slides/_rels/slide2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3.png"/></Relationships>
</file>

<file path=ppt/slides/_rels/slide2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4.png"/></Relationships>
</file>

<file path=ppt/slides/_rels/slide2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5.png"/></Relationships>
</file>

<file path=ppt/slides/_rels/slide2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6.png"/></Relationships>
</file>

<file path=ppt/slides/_rels/slide2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7.png"/></Relationships>
</file>

<file path=ppt/slides/_rels/slide2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8.png"/></Relationships>
</file>

<file path=ppt/slides/_rels/slide2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9.png"/></Relationships>
</file>

<file path=ppt/slides/_rels/slide2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0.png"/></Relationships>
</file>

<file path=ppt/slides/_rels/slide2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1.png"/></Relationships>
</file>

<file path=ppt/slides/_rels/slide2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2.png"/></Relationships>
</file>

<file path=ppt/slides/_rels/slide2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3.png"/></Relationships>
</file>

<file path=ppt/slides/_rels/slide2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4.png"/></Relationships>
</file>

<file path=ppt/slides/_rels/slide2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5.png"/></Relationships>
</file>

<file path=ppt/slides/_rels/slide2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6.png"/></Relationships>
</file>

<file path=ppt/slides/_rels/slide2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7.png"/></Relationships>
</file>

<file path=ppt/slides/_rels/slide2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8.png"/></Relationships>
</file>

<file path=ppt/slides/_rels/slide2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9.png"/></Relationships>
</file>

<file path=ppt/slides/_rels/slide2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0.png"/></Relationships>
</file>

<file path=ppt/slides/_rels/slide3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1.png"/></Relationships>
</file>

<file path=ppt/slides/_rels/slide3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2.png"/></Relationships>
</file>

<file path=ppt/slides/_rels/slide3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3.png"/></Relationships>
</file>

<file path=ppt/slides/_rels/slide3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4.png"/></Relationships>
</file>

<file path=ppt/slides/_rels/slide3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5.png"/></Relationships>
</file>

<file path=ppt/slides/_rels/slide3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6.png"/></Relationships>
</file>

<file path=ppt/slides/_rels/slide3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7.png"/></Relationships>
</file>

<file path=ppt/slides/_rels/slide3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8.png"/></Relationships>
</file>

<file path=ppt/slides/_rels/slide3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9.png"/></Relationships>
</file>

<file path=ppt/slides/_rels/slide3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0.png"/></Relationships>
</file>

<file path=ppt/slides/_rels/slide3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1.png"/></Relationships>
</file>

<file path=ppt/slides/_rels/slide3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2.png"/></Relationships>
</file>

<file path=ppt/slides/_rels/slide3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3.png"/></Relationships>
</file>

<file path=ppt/slides/_rels/slide3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4.png"/></Relationships>
</file>

<file path=ppt/slides/_rels/slide3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5.png"/></Relationships>
</file>

<file path=ppt/slides/_rels/slide3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6.png"/></Relationships>
</file>

<file path=ppt/slides/_rels/slide3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7.png"/></Relationships>
</file>

<file path=ppt/slides/_rels/slide3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8.png"/></Relationships>
</file>

<file path=ppt/slides/_rels/slide3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9.png"/></Relationships>
</file>

<file path=ppt/slides/_rels/slide3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0.png"/></Relationships>
</file>

<file path=ppt/slides/_rels/slide3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1.png"/></Relationships>
</file>

<file path=ppt/slides/_rels/slide3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2.png"/></Relationships>
</file>

<file path=ppt/slides/_rels/slide3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3.png"/></Relationships>
</file>

<file path=ppt/slides/_rels/slide3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4.png"/></Relationships>
</file>

<file path=ppt/slides/_rels/slide3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5.png"/></Relationships>
</file>

<file path=ppt/slides/_rels/slide3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6.png"/></Relationships>
</file>

<file path=ppt/slides/_rels/slide3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7.png"/></Relationships>
</file>

<file path=ppt/slides/_rels/slide3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8.png"/></Relationships>
</file>

<file path=ppt/slides/_rels/slide3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9.png"/></Relationships>
</file>

<file path=ppt/slides/_rels/slide3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0.png"/></Relationships>
</file>

<file path=ppt/slides/_rels/slide3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1.png"/></Relationships>
</file>

<file path=ppt/slides/_rels/slide3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2.png"/></Relationships>
</file>

<file path=ppt/slides/_rels/slide3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3.png"/></Relationships>
</file>

<file path=ppt/slides/_rels/slide3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4.png"/></Relationships>
</file>

<file path=ppt/slides/_rels/slide3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5.png"/></Relationships>
</file>

<file path=ppt/slides/_rels/slide3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6.png"/></Relationships>
</file>

<file path=ppt/slides/_rels/slide3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7.png"/></Relationships>
</file>

<file path=ppt/slides/_rels/slide3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8.png"/></Relationships>
</file>

<file path=ppt/slides/_rels/slide3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9.png"/></Relationships>
</file>

<file path=ppt/slides/_rels/slide3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0.png"/></Relationships>
</file>

<file path=ppt/slides/_rels/slide3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1.png"/></Relationships>
</file>

<file path=ppt/slides/_rels/slide3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2.png"/></Relationships>
</file>

<file path=ppt/slides/_rels/slide3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3.png"/></Relationships>
</file>

<file path=ppt/slides/_rels/slide3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4.png"/></Relationships>
</file>

<file path=ppt/slides/_rels/slide3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5.png"/></Relationships>
</file>

<file path=ppt/slides/_rels/slide3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6.png"/></Relationships>
</file>

<file path=ppt/slides/_rels/slide3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7.png"/></Relationships>
</file>

<file path=ppt/slides/_rels/slide3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8.png"/></Relationships>
</file>

<file path=ppt/slides/_rels/slide3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9.png"/></Relationships>
</file>

<file path=ppt/slides/_rels/slide3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0.png"/></Relationships>
</file>

<file path=ppt/slides/_rels/slide3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1.png"/></Relationships>
</file>

<file path=ppt/slides/_rels/slide3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2.png"/></Relationships>
</file>

<file path=ppt/slides/_rels/slide3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3.png"/></Relationships>
</file>

<file path=ppt/slides/_rels/slide3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4.png"/></Relationships>
</file>

<file path=ppt/slides/_rels/slide3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5.png"/></Relationships>
</file>

<file path=ppt/slides/_rels/slide3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6.png"/></Relationships>
</file>

<file path=ppt/slides/_rels/slide3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7.png"/></Relationships>
</file>

<file path=ppt/slides/_rels/slide3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8.png"/></Relationships>
</file>

<file path=ppt/slides/_rels/slide3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9.png"/></Relationships>
</file>

<file path=ppt/slides/_rels/slide3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0.png"/></Relationships>
</file>

<file path=ppt/slides/_rels/slide3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1.png"/></Relationships>
</file>

<file path=ppt/slides/_rels/slide3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2.png"/></Relationships>
</file>

<file path=ppt/slides/_rels/slide3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3.png"/></Relationships>
</file>

<file path=ppt/slides/_rels/slide3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4.png"/></Relationships>
</file>

<file path=ppt/slides/_rels/slide3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5.png"/></Relationships>
</file>

<file path=ppt/slides/_rels/slide3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6.png"/></Relationships>
</file>

<file path=ppt/slides/_rels/slide3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7.png"/></Relationships>
</file>

<file path=ppt/slides/_rels/slide3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8.png"/></Relationships>
</file>

<file path=ppt/slides/_rels/slide3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9.png"/></Relationships>
</file>

<file path=ppt/slides/_rels/slide3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0.png"/></Relationships>
</file>

<file path=ppt/slides/_rels/slide3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1.png"/></Relationships>
</file>

<file path=ppt/slides/_rels/slide3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2.png"/></Relationships>
</file>

<file path=ppt/slides/_rels/slide3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3.png"/></Relationships>
</file>

<file path=ppt/slides/_rels/slide3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4.png"/></Relationships>
</file>

<file path=ppt/slides/_rels/slide3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5.png"/></Relationships>
</file>

<file path=ppt/slides/_rels/slide3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6.png"/></Relationships>
</file>

<file path=ppt/slides/_rels/slide3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7.png"/></Relationships>
</file>

<file path=ppt/slides/_rels/slide3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8.png"/></Relationships>
</file>

<file path=ppt/slides/_rels/slide3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9.png"/></Relationships>
</file>

<file path=ppt/slides/_rels/slide3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0.png"/></Relationships>
</file>

<file path=ppt/slides/_rels/slide3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1.png"/></Relationships>
</file>

<file path=ppt/slides/_rels/slide3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2.png"/></Relationships>
</file>

<file path=ppt/slides/_rels/slide3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3.png"/></Relationships>
</file>

<file path=ppt/slides/_rels/slide3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4.png"/></Relationships>
</file>

<file path=ppt/slides/_rels/slide3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5.png"/></Relationships>
</file>

<file path=ppt/slides/_rels/slide3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6.png"/></Relationships>
</file>

<file path=ppt/slides/_rels/slide3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7.png"/></Relationships>
</file>

<file path=ppt/slides/_rels/slide3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8.png"/></Relationships>
</file>

<file path=ppt/slides/_rels/slide3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9.png"/></Relationships>
</file>

<file path=ppt/slides/_rels/slide3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0.png"/></Relationships>
</file>

<file path=ppt/slides/_rels/slide3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1.png"/></Relationships>
</file>

<file path=ppt/slides/_rels/slide3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2.png"/></Relationships>
</file>

<file path=ppt/slides/_rels/slide3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3.png"/></Relationships>
</file>

<file path=ppt/slides/_rels/slide3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4.png"/></Relationships>
</file>

<file path=ppt/slides/_rels/slide3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5.png"/></Relationships>
</file>

<file path=ppt/slides/_rels/slide3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6.png"/></Relationships>
</file>

<file path=ppt/slides/_rels/slide3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7.png"/></Relationships>
</file>

<file path=ppt/slides/_rels/slide3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8.png"/></Relationships>
</file>

<file path=ppt/slides/_rels/slide3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9.png"/></Relationships>
</file>

<file path=ppt/slides/_rels/slide4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0.png"/></Relationships>
</file>

<file path=ppt/slides/_rels/slide4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1.png"/></Relationships>
</file>

<file path=ppt/slides/_rels/slide4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2.png"/></Relationships>
</file>

<file path=ppt/slides/_rels/slide4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3.png"/></Relationships>
</file>

<file path=ppt/slides/_rels/slide4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4.png"/></Relationships>
</file>

<file path=ppt/slides/_rels/slide4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5.png"/></Relationships>
</file>

<file path=ppt/slides/_rels/slide4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6.png"/></Relationships>
</file>

<file path=ppt/slides/_rels/slide4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7.png"/></Relationships>
</file>

<file path=ppt/slides/_rels/slide4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8.png"/></Relationships>
</file>

<file path=ppt/slides/_rels/slide4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9.png"/></Relationships>
</file>

<file path=ppt/slides/_rels/slide4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2860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 i="0">
                <a:solidFill>
                  <a:srgbClr val="2B2018"/>
                </a:solidFill>
              </a:defRPr>
            </a:pPr>
            <a:r>
              <a:t>Datahub de Análise Racial no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383280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 i="0">
                <a:solidFill>
                  <a:srgbClr val="5C4F3F"/>
                </a:solidFill>
              </a:defRPr>
            </a:pPr>
            <a:r>
              <a:t>Renda por raça — árvore cruzada (Raça × Gênero × Faixa/Geração × Escolaridade)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114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8F8271"/>
                </a:solidFill>
              </a:defRPr>
            </a:pPr>
            <a:r>
              <a:t>PNAD Contínua Trimestral (2012–2026) · cada gráfico aparece em um único slide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0D9086"/>
                </a:solidFill>
              </a:defRPr>
            </a:pPr>
            <a:r>
              <a:t>Índice — árvore de renda por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1. Raça  —  3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2. Raça × Gênero  —  7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3. Raça × Faixa Etária  —  12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4. Raça × Geração  —  10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5. Raça × Escolaridade  —  16 slides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1188720"/>
            <a:ext cx="55778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6. Raça × Gênero × Faixa Etária  —  22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7. Raça × Gênero × Geração  —  18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8. Raça × Gênero × Escolaridade  —  30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9. Raça × Gênero × Faixa Etária × Escolaridade  —  142 slides</a:t>
            </a:r>
          </a:p>
          <a:p>
            <a:pPr algn="l">
              <a:defRPr sz="1300" b="0" i="0">
                <a:solidFill>
                  <a:srgbClr val="2B2018"/>
                </a:solidFill>
              </a:defRPr>
            </a:pPr>
            <a:r>
              <a:t>10. Raça × Gênero × Geração × Escolaridade  —  114 slides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1. Raça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2 de Valores · 1 de Hiato · Renda média real por raça (Branca / Negra=Preta+Parda / Indígena). Série 2012–2026 + snapshot + hiato Welch.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aca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53" y="1536192"/>
            <a:ext cx="106751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R$ 1.819 (68%)</a:t>
            </a:r>
          </a:p>
        </p:txBody>
      </p:sp>
      <p:pic>
        <p:nvPicPr>
          <p:cNvPr id="4" name="Picture 3" descr="arv_raca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de renda Branca vs. Negra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renda. Branca vs. Negra · teste de Welch: *** p&lt;0.001  ** p&lt;0.01  * p&lt;0.05  ·  n.s. = não significativo · 2º tri. 2026 · Welch *** → R$ 1.912 (66%)</a:t>
            </a:r>
          </a:p>
        </p:txBody>
      </p:sp>
      <p:pic>
        <p:nvPicPr>
          <p:cNvPr id="4" name="Picture 3" descr="arv_raca_hia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Branca e Negra (microdados) e o hiato entre elas.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2. Raça × Gênero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6 de Valores · 1 de Hiato · Combinado + um recorte por gênero. Série histórica e snapshot em slides irmãos.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Combinado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e gênero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aca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53" y="1536192"/>
            <a:ext cx="106751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série histórica (gênero no snapshot ao lado).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e gênero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barra hachurada = Homens, sólida = Mulheres</a:t>
            </a:r>
          </a:p>
        </p:txBody>
      </p:sp>
      <p:pic>
        <p:nvPicPr>
          <p:cNvPr id="4" name="Picture 3" descr="arv_rg_comb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7164" y="1536192"/>
            <a:ext cx="875736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e gênero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Mulheres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mulhere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R$ 1.533 (63%)</a:t>
            </a:r>
          </a:p>
        </p:txBody>
      </p:sp>
      <p:pic>
        <p:nvPicPr>
          <p:cNvPr id="4" name="Picture 3" descr="arv_rg_mulheres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— Homens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rg_homen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R$ 2.164 (73%)</a:t>
            </a:r>
          </a:p>
        </p:txBody>
      </p:sp>
      <p:pic>
        <p:nvPicPr>
          <p:cNvPr id="4" name="Picture 3" descr="arv_rg_homens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Negra, por gênero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renda, Branca vs. Negra · teste de Welch: *** p&lt;0,001  ** p&lt;0,01  * p&lt;0,05  ·  n.s. = não significativo · 2º tri. 2026</a:t>
            </a:r>
          </a:p>
        </p:txBody>
      </p:sp>
      <p:pic>
        <p:nvPicPr>
          <p:cNvPr id="4" name="Picture 3" descr="arv_rg_hia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2779" y="1536192"/>
            <a:ext cx="794613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dentro de cada gênero — snapshot, Welch.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3. Raça × Faixa Etária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11 de Valores · 1 de Hiato · Combinado (snapshot) + série+snapshot por faixa etária + hiato por faixa (Welch).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Faixa Etária — Combinado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Raça × Faixa Etária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média por raça em cada categoria</a:t>
            </a:r>
          </a:p>
        </p:txBody>
      </p:sp>
      <p:pic>
        <p:nvPicPr>
          <p:cNvPr id="4" name="Picture 3" descr="arv_faixa_comb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1170" y="1536192"/>
            <a:ext cx="924935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e faixa etaria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14-17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14_17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14-17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14-17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R$ 204 (21%)</a:t>
            </a:r>
          </a:p>
        </p:txBody>
      </p:sp>
      <p:pic>
        <p:nvPicPr>
          <p:cNvPr id="4" name="Picture 3" descr="arv_faixa_14_17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14-17 anos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R$ 388 (20%)</a:t>
            </a:r>
          </a:p>
        </p:txBody>
      </p:sp>
      <p:pic>
        <p:nvPicPr>
          <p:cNvPr id="4" name="Picture 3" descr="arv_faixa_18_24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18-24 anos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R$ 1.732 (59%)</a:t>
            </a:r>
          </a:p>
        </p:txBody>
      </p:sp>
      <p:pic>
        <p:nvPicPr>
          <p:cNvPr id="4" name="Picture 3" descr="arv_faixa_25_39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25-39 anos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53" y="1536192"/>
            <a:ext cx="106751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R$ 2.316 (74%)</a:t>
            </a:r>
          </a:p>
        </p:txBody>
      </p:sp>
      <p:pic>
        <p:nvPicPr>
          <p:cNvPr id="4" name="Picture 3" descr="arv_faixa_40_59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40-59 anos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R$ 2.225 (83%)</a:t>
            </a:r>
          </a:p>
        </p:txBody>
      </p:sp>
      <p:pic>
        <p:nvPicPr>
          <p:cNvPr id="4" name="Picture 3" descr="arv_faixa_60mais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590" y="1536192"/>
            <a:ext cx="7390515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60+ anos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Negra, por faixa etaria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renda, Branca vs. Negra · teste de Welch: *** p&lt;0,001  ** p&lt;0,01  * p&lt;0,05  ·  n.s. = não significativo · 2º tri. 2026</a:t>
            </a:r>
          </a:p>
        </p:txBody>
      </p:sp>
      <p:pic>
        <p:nvPicPr>
          <p:cNvPr id="4" name="Picture 3" descr="arv_faixa_hia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266" y="1536192"/>
            <a:ext cx="86971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— snapshot, Welch.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4. Raça × Geração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9 de Valores · 1 de Hiato · Combinado (snapshot) + série+snapshot por geração (mesma coorte) + hiato por geração.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Geração — Combinado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Raça × Geração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média por raça em cada categoria</a:t>
            </a:r>
          </a:p>
        </p:txBody>
      </p:sp>
      <p:pic>
        <p:nvPicPr>
          <p:cNvPr id="4" name="Picture 3" descr="arv_geracao_comb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151" y="1536192"/>
            <a:ext cx="777339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e geracao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R$ 2.219 (82%)</a:t>
            </a:r>
          </a:p>
        </p:txBody>
      </p:sp>
      <p:pic>
        <p:nvPicPr>
          <p:cNvPr id="4" name="Picture 3" descr="arv_geracao_baby_boomer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590" y="1536192"/>
            <a:ext cx="7390515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Baby Boomer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R$ 2.279 (75%)</a:t>
            </a:r>
          </a:p>
        </p:txBody>
      </p:sp>
      <p:pic>
        <p:nvPicPr>
          <p:cNvPr id="4" name="Picture 3" descr="arv_geracao_geracao_x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X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R$ 2.129 (68%)</a:t>
            </a:r>
          </a:p>
        </p:txBody>
      </p:sp>
      <p:pic>
        <p:nvPicPr>
          <p:cNvPr id="4" name="Picture 3" descr="arv_geracao_millennia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Millennial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53" y="1536192"/>
            <a:ext cx="106751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R$ 741 (34%)</a:t>
            </a:r>
          </a:p>
        </p:txBody>
      </p:sp>
      <p:pic>
        <p:nvPicPr>
          <p:cNvPr id="4" name="Picture 3" descr="arv_geracao_geracao_z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Geração Z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Negra, por geracao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renda, Branca vs. Negra · teste de Welch: *** p&lt;0,001  ** p&lt;0,01  * p&lt;0,05  ·  n.s. = não significativo · 2º tri. 2026</a:t>
            </a:r>
          </a:p>
        </p:txBody>
      </p:sp>
      <p:pic>
        <p:nvPicPr>
          <p:cNvPr id="4" name="Picture 3" descr="arv_geracao_hia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2779" y="1536192"/>
            <a:ext cx="794613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— snapshot, Welch.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5. Raça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15 de Valores · 1 de Hiato · Combinado (snapshot) + série+snapshot por nível de instrução + hiato por nível.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Escolaridade — Combinado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Raça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média por raça em cada categoria</a:t>
            </a:r>
          </a:p>
        </p:txBody>
      </p:sp>
      <p:pic>
        <p:nvPicPr>
          <p:cNvPr id="4" name="Picture 3" descr="arv_escol_comb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0705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e nivel instrucao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R$ 890 (62%)</a:t>
            </a:r>
          </a:p>
        </p:txBody>
      </p:sp>
      <p:pic>
        <p:nvPicPr>
          <p:cNvPr id="4" name="Picture 3" descr="arv_escol_sem_instruca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Sem instrução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R$ 490 (28%)</a:t>
            </a:r>
          </a:p>
        </p:txBody>
      </p:sp>
      <p:pic>
        <p:nvPicPr>
          <p:cNvPr id="4" name="Picture 3" descr="arv_escol_fundamental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Fundamental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53" y="1536192"/>
            <a:ext cx="106751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R$ 459 (23%)</a:t>
            </a:r>
          </a:p>
        </p:txBody>
      </p:sp>
      <p:pic>
        <p:nvPicPr>
          <p:cNvPr id="4" name="Picture 3" descr="arv_escol_fundamental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590" y="1536192"/>
            <a:ext cx="7390515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Fundamental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R$ 377 (19%)</a:t>
            </a:r>
          </a:p>
        </p:txBody>
      </p:sp>
      <p:pic>
        <p:nvPicPr>
          <p:cNvPr id="4" name="Picture 3" descr="arv_escol_medio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Médio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R$ 623 (26%)</a:t>
            </a:r>
          </a:p>
        </p:txBody>
      </p:sp>
      <p:pic>
        <p:nvPicPr>
          <p:cNvPr id="4" name="Picture 3" descr="arv_escol_medio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Médio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53" y="1536192"/>
            <a:ext cx="106751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R$ 614 (21%)</a:t>
            </a:r>
          </a:p>
        </p:txBody>
      </p:sp>
      <p:pic>
        <p:nvPicPr>
          <p:cNvPr id="4" name="Picture 3" descr="arv_escol_superior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Superior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R$ 2.403 (42%)</a:t>
            </a:r>
          </a:p>
        </p:txBody>
      </p:sp>
      <p:pic>
        <p:nvPicPr>
          <p:cNvPr id="4" name="Picture 3" descr="arv_escol_superior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Superior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Negra, por nivel instrucao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renda, Branca vs. Negra · teste de Welch: *** p&lt;0,001  ** p&lt;0,01  * p&lt;0,05  ·  n.s. = não significativo · 2º tri. 2026</a:t>
            </a:r>
          </a:p>
        </p:txBody>
      </p:sp>
      <p:pic>
        <p:nvPicPr>
          <p:cNvPr id="4" name="Picture 3" descr="arv_escol_hia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5040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 — snapshot, Welch.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6. Raça × Gênero × Faixa Etária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20 de Valores · 2 de Hiato · Quebra CRUZADA: cada par gênero×faixa é um gráfico próprio (não gênero sozinho nem faixa sozinha).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— Mulheres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14-17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mulher_14_17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14-17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14-17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R$ 259 (28%)</a:t>
            </a:r>
          </a:p>
        </p:txBody>
      </p:sp>
      <p:pic>
        <p:nvPicPr>
          <p:cNvPr id="4" name="Picture 3" descr="arv_faixa_mulher_14_17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14-17 anos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mulher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R$ 428 (24%)</a:t>
            </a:r>
          </a:p>
        </p:txBody>
      </p:sp>
      <p:pic>
        <p:nvPicPr>
          <p:cNvPr id="4" name="Picture 3" descr="arv_faixa_mulher_18_24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18-24 anos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mulher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R$ 1.520 (57%)</a:t>
            </a:r>
          </a:p>
        </p:txBody>
      </p:sp>
      <p:pic>
        <p:nvPicPr>
          <p:cNvPr id="4" name="Picture 3" descr="arv_faixa_mulher_25_39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25-39 anos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mulher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R$ 1.877 (68%)</a:t>
            </a:r>
          </a:p>
        </p:txBody>
      </p:sp>
      <p:pic>
        <p:nvPicPr>
          <p:cNvPr id="4" name="Picture 3" descr="arv_faixa_mulher_40_59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40-59 anos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mulher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R$ 1.787 (74%)</a:t>
            </a:r>
          </a:p>
        </p:txBody>
      </p:sp>
      <p:pic>
        <p:nvPicPr>
          <p:cNvPr id="4" name="Picture 3" descr="arv_faixa_mulher_60mais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60+ anos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— Homens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14-17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homem_14_17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14-17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14-17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R$ 153 (15%)</a:t>
            </a:r>
          </a:p>
        </p:txBody>
      </p:sp>
      <p:pic>
        <p:nvPicPr>
          <p:cNvPr id="4" name="Picture 3" descr="arv_faixa_homem_14_17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14-17 anos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homem_18_24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18-24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R$ 367 (18%)</a:t>
            </a:r>
          </a:p>
        </p:txBody>
      </p:sp>
      <p:pic>
        <p:nvPicPr>
          <p:cNvPr id="4" name="Picture 3" descr="arv_faixa_homem_18_24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590" y="1536192"/>
            <a:ext cx="7390515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18-24 anos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homem_25_3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25-39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R$ 1.955 (61%)</a:t>
            </a:r>
          </a:p>
        </p:txBody>
      </p:sp>
      <p:pic>
        <p:nvPicPr>
          <p:cNvPr id="4" name="Picture 3" descr="arv_faixa_homem_25_39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25-39 anos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homem_40_59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40-59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R$ 2.846 (81%)</a:t>
            </a:r>
          </a:p>
        </p:txBody>
      </p:sp>
      <p:pic>
        <p:nvPicPr>
          <p:cNvPr id="4" name="Picture 3" descr="arv_faixa_homem_40_59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40-59 anos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faixa_homem_60mais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53" y="1536192"/>
            <a:ext cx="106751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60+ anos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R$ 2.829 (94%)</a:t>
            </a:r>
          </a:p>
        </p:txBody>
      </p:sp>
      <p:pic>
        <p:nvPicPr>
          <p:cNvPr id="4" name="Picture 3" descr="arv_faixa_homem_60mais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60+ anos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— Mulheres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Mulheres, por faixa etaria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renda, Branca vs. Negra · teste de Welch: *** p&lt;0,001  ** p&lt;0,01  * p&lt;0,05  ·  n.s. = não significativo · 2º tri. 2026 · só mulheres</a:t>
            </a:r>
          </a:p>
        </p:txBody>
      </p:sp>
      <p:pic>
        <p:nvPicPr>
          <p:cNvPr id="4" name="Picture 3" descr="arv_faixa_hiato_mul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266" y="1536192"/>
            <a:ext cx="86971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etaria, só mulheres — Welch.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— Homens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Homens, por faixa etaria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renda, Branca vs. Negra · teste de Welch: *** p&lt;0,001  ** p&lt;0,01  * p&lt;0,05  ·  n.s. = não significativo · 2º tri. 2026 · só homens</a:t>
            </a:r>
          </a:p>
        </p:txBody>
      </p:sp>
      <p:pic>
        <p:nvPicPr>
          <p:cNvPr id="4" name="Picture 3" descr="arv_faixa_hiato_hom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266" y="1536192"/>
            <a:ext cx="8697163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etaria, só homens — Welch.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7. Raça × Gênero × Geração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16 de Valores · 2 de Hiato · Quebra CRUZADA gênero×geração. Hiato fatiado por gênero.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— Mulheres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mulher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R$ 1.722 (71%)</a:t>
            </a:r>
          </a:p>
        </p:txBody>
      </p:sp>
      <p:pic>
        <p:nvPicPr>
          <p:cNvPr id="4" name="Picture 3" descr="arv_geracao_mulher_baby_boomer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Baby Boomer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mulher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R$ 1.829 (68%)</a:t>
            </a:r>
          </a:p>
        </p:txBody>
      </p:sp>
      <p:pic>
        <p:nvPicPr>
          <p:cNvPr id="4" name="Picture 3" descr="arv_geracao_mulher_geracao_x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X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mulher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R$ 1.818 (65%)</a:t>
            </a:r>
          </a:p>
        </p:txBody>
      </p:sp>
      <p:pic>
        <p:nvPicPr>
          <p:cNvPr id="4" name="Picture 3" descr="arv_geracao_mulher_millennia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Millennial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mulher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R$ 729 (36%)</a:t>
            </a:r>
          </a:p>
        </p:txBody>
      </p:sp>
      <p:pic>
        <p:nvPicPr>
          <p:cNvPr id="4" name="Picture 3" descr="arv_geracao_mulher_geracao_z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Z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— Homens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homem_baby_boomer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Baby Boomer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R$ 2.875 (95%)</a:t>
            </a:r>
          </a:p>
        </p:txBody>
      </p:sp>
      <p:pic>
        <p:nvPicPr>
          <p:cNvPr id="4" name="Picture 3" descr="arv_geracao_homem_baby_boomer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Baby Boomer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homem_geracao_x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X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R$ 2.827 (83%)</a:t>
            </a:r>
          </a:p>
        </p:txBody>
      </p:sp>
      <p:pic>
        <p:nvPicPr>
          <p:cNvPr id="4" name="Picture 3" descr="arv_geracao_homem_geracao_x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X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homem_millenni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Millennial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R$ 2.464 (70%)</a:t>
            </a:r>
          </a:p>
        </p:txBody>
      </p:sp>
      <p:pic>
        <p:nvPicPr>
          <p:cNvPr id="4" name="Picture 3" descr="arv_geracao_homem_millennia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Millennial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eracao_homem_geracao_z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Z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R$ 768 (32%)</a:t>
            </a:r>
          </a:p>
        </p:txBody>
      </p:sp>
      <p:pic>
        <p:nvPicPr>
          <p:cNvPr id="4" name="Picture 3" descr="arv_geracao_homem_geracao_z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Z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— Mulheres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Mulheres, por geracao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renda, Branca vs. Negra · teste de Welch: *** p&lt;0,001  ** p&lt;0,01  * p&lt;0,05  ·  n.s. = não significativo · 2º tri. 2026 · só mulheres</a:t>
            </a:r>
          </a:p>
        </p:txBody>
      </p:sp>
      <p:pic>
        <p:nvPicPr>
          <p:cNvPr id="4" name="Picture 3" descr="arv_geracao_hiato_mul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2779" y="1536192"/>
            <a:ext cx="794613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geracao, só mulheres — Welch.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— Homens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Homens, por geracao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renda, Branca vs. Negra · teste de Welch: *** p&lt;0,001  ** p&lt;0,01  * p&lt;0,05  ·  n.s. = não significativo · 2º tri. 2026 · só homens</a:t>
            </a:r>
          </a:p>
        </p:txBody>
      </p:sp>
      <p:pic>
        <p:nvPicPr>
          <p:cNvPr id="4" name="Picture 3" descr="arv_geracao_hiato_hom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2779" y="1536192"/>
            <a:ext cx="7946136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geracao, só homens — Welch.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8. Raça × Gênero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28 de Valores · 2 de Hiato · Quebra CRUZADA gênero×escolaridade. Hiato fatiado por gênero.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Escolaridade — Mulheres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ulh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R$ 939 (72%)</a:t>
            </a:r>
          </a:p>
        </p:txBody>
      </p:sp>
      <p:pic>
        <p:nvPicPr>
          <p:cNvPr id="4" name="Picture 3" descr="arv_escol_mulher_sem_instruca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Sem instrução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ulh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R$ 345 (25%)</a:t>
            </a:r>
          </a:p>
        </p:txBody>
      </p:sp>
      <p:pic>
        <p:nvPicPr>
          <p:cNvPr id="4" name="Picture 3" descr="arv_escol_mulher_fundamental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Fundamental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ulh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R$ 196 (12%)</a:t>
            </a:r>
          </a:p>
        </p:txBody>
      </p:sp>
      <p:pic>
        <p:nvPicPr>
          <p:cNvPr id="4" name="Picture 3" descr="arv_escol_mulher_fundamental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Fundamental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ulh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R$ 231 (15%)</a:t>
            </a:r>
          </a:p>
        </p:txBody>
      </p:sp>
      <p:pic>
        <p:nvPicPr>
          <p:cNvPr id="4" name="Picture 3" descr="arv_escol_mulher_medio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Médio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ulh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53" y="1536192"/>
            <a:ext cx="106751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R$ 504 (25%)</a:t>
            </a:r>
          </a:p>
        </p:txBody>
      </p:sp>
      <p:pic>
        <p:nvPicPr>
          <p:cNvPr id="4" name="Picture 3" descr="arv_escol_mulher_medio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Médio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ulh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R$ 464 (19%)</a:t>
            </a:r>
          </a:p>
        </p:txBody>
      </p:sp>
      <p:pic>
        <p:nvPicPr>
          <p:cNvPr id="4" name="Picture 3" descr="arv_escol_mulher_superior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Superior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mulh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R$ 1.746 (36%)</a:t>
            </a:r>
          </a:p>
        </p:txBody>
      </p:sp>
      <p:pic>
        <p:nvPicPr>
          <p:cNvPr id="4" name="Picture 3" descr="arv_escol_mulher_superior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590" y="1536192"/>
            <a:ext cx="7390515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Superior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Escolaridade — Homens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homem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R$ 859 (56%)</a:t>
            </a:r>
          </a:p>
        </p:txBody>
      </p:sp>
      <p:pic>
        <p:nvPicPr>
          <p:cNvPr id="4" name="Picture 3" descr="arv_escol_homem_sem_instruca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Sem instrução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homem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53" y="1536192"/>
            <a:ext cx="106751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R$ 688 (34%)</a:t>
            </a:r>
          </a:p>
        </p:txBody>
      </p:sp>
      <p:pic>
        <p:nvPicPr>
          <p:cNvPr id="4" name="Picture 3" descr="arv_escol_homem_fundamental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Fundamental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homem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R$ 693 (29%)</a:t>
            </a:r>
          </a:p>
        </p:txBody>
      </p:sp>
      <p:pic>
        <p:nvPicPr>
          <p:cNvPr id="4" name="Picture 3" descr="arv_escol_homem_fundamental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Fundamental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homem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R$ 518 (23%)</a:t>
            </a:r>
          </a:p>
        </p:txBody>
      </p:sp>
      <p:pic>
        <p:nvPicPr>
          <p:cNvPr id="4" name="Picture 3" descr="arv_escol_homem_medio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Médio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homem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R$ 766 (27%)</a:t>
            </a:r>
          </a:p>
        </p:txBody>
      </p:sp>
      <p:pic>
        <p:nvPicPr>
          <p:cNvPr id="4" name="Picture 3" descr="arv_escol_homem_medio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Médio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homem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R$ 744 (20%)</a:t>
            </a:r>
          </a:p>
        </p:txBody>
      </p:sp>
      <p:pic>
        <p:nvPicPr>
          <p:cNvPr id="4" name="Picture 3" descr="arv_escol_homem_superior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Superior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escol_homem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53" y="1536192"/>
            <a:ext cx="106751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R$ 3.194 (46%)</a:t>
            </a:r>
          </a:p>
        </p:txBody>
      </p:sp>
      <p:pic>
        <p:nvPicPr>
          <p:cNvPr id="4" name="Picture 3" descr="arv_escol_homem_superior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Superior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Escolaridade — Mulheres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Mulheres, por nivel instrucao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renda, Branca vs. Negra · teste de Welch: *** p&lt;0,001  ** p&lt;0,01  * p&lt;0,05  ·  n.s. = não significativo · 2º tri. 2026 · só mulheres</a:t>
            </a:r>
          </a:p>
        </p:txBody>
      </p:sp>
      <p:pic>
        <p:nvPicPr>
          <p:cNvPr id="4" name="Picture 3" descr="arv_escol_hiato_mul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5107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instrucao, só mulheres — Welch.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Escolaridade — Homens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Homens, por nivel instrucao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renda, Branca vs. Negra · teste de Welch: *** p&lt;0,001  ** p&lt;0,01  * p&lt;0,05  ·  n.s. = não significativo · 2º tri. 2026 · só homens</a:t>
            </a:r>
          </a:p>
        </p:txBody>
      </p:sp>
      <p:pic>
        <p:nvPicPr>
          <p:cNvPr id="4" name="Picture 3" descr="arv_escol_hiato_hom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45107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nivel instrucao, só homens — Welch.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9. Raça × Gênero × Faixa Etária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140 de Valores · 2 de Hiato · Quebra CRUZADA gênero×faixa×escolaridade — 70 células. Hiato: heatmap faixa×escolaridade por gênero.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Mulheres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14-17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14_17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49" y="1536192"/>
            <a:ext cx="1064659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14-17 anos ·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14-17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</a:t>
            </a:r>
          </a:p>
        </p:txBody>
      </p:sp>
      <p:pic>
        <p:nvPicPr>
          <p:cNvPr id="4" name="Picture 3" descr="arv_gfe_mulher_14_17_sem_instruca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14-17 anos · Sem instrução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14-17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14_17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14-17 anos ·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14-17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R$ 280 (37%)</a:t>
            </a:r>
          </a:p>
        </p:txBody>
      </p:sp>
      <p:pic>
        <p:nvPicPr>
          <p:cNvPr id="4" name="Picture 3" descr="arv_gfe_mulher_14_17_fundamental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14-17 anos · Fundamental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14-17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14_17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14-17 anos ·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14-17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-12 (-1%)</a:t>
            </a:r>
          </a:p>
        </p:txBody>
      </p:sp>
      <p:pic>
        <p:nvPicPr>
          <p:cNvPr id="4" name="Picture 3" descr="arv_gfe_mulher_14_17_fundamental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14-17 anos · Fundamental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14-17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14_17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14-17 anos ·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14-17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R$ 200 (21%)</a:t>
            </a:r>
          </a:p>
        </p:txBody>
      </p:sp>
      <p:pic>
        <p:nvPicPr>
          <p:cNvPr id="4" name="Picture 3" descr="arv_gfe_mulher_14_17_medio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14-17 anos · Médio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14-17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14_17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14-17 anos ·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14-17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R$ 906 (82%)</a:t>
            </a:r>
          </a:p>
        </p:txBody>
      </p:sp>
      <p:pic>
        <p:nvPicPr>
          <p:cNvPr id="4" name="Picture 3" descr="arv_gfe_mulher_14_17_medio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14-17 anos · Médio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14-17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14_17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49" y="1536192"/>
            <a:ext cx="1064659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14-17 anos ·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14-17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-570 (-37%)</a:t>
            </a:r>
          </a:p>
        </p:txBody>
      </p:sp>
      <p:pic>
        <p:nvPicPr>
          <p:cNvPr id="4" name="Picture 3" descr="arv_gfe_mulher_14_17_superior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14-17 anos · Superior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14-17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14_17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179" y="1536192"/>
            <a:ext cx="843733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14-17 anos ·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14-17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</a:t>
            </a:r>
          </a:p>
        </p:txBody>
      </p:sp>
      <p:pic>
        <p:nvPicPr>
          <p:cNvPr id="4" name="Picture 3" descr="arv_gfe_mulher_14_17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179" y="1536192"/>
            <a:ext cx="843733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14-17 anos · Superior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18_24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18-24 anos ·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R$ 327 (22%)</a:t>
            </a:r>
          </a:p>
        </p:txBody>
      </p:sp>
      <p:pic>
        <p:nvPicPr>
          <p:cNvPr id="4" name="Picture 3" descr="arv_gfe_mulher_18_24_sem_instruca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18-24 anos · Sem instrução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18_24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53" y="1536192"/>
            <a:ext cx="106751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18-24 anos ·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R$ 481 (41%)</a:t>
            </a:r>
          </a:p>
        </p:txBody>
      </p:sp>
      <p:pic>
        <p:nvPicPr>
          <p:cNvPr id="4" name="Picture 3" descr="arv_gfe_mulher_18_24_fundamental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18-24 anos · Fundamental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18_24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53" y="1536192"/>
            <a:ext cx="106751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18-24 anos ·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R$ 107 (7%)</a:t>
            </a:r>
          </a:p>
        </p:txBody>
      </p:sp>
      <p:pic>
        <p:nvPicPr>
          <p:cNvPr id="4" name="Picture 3" descr="arv_gfe_mulher_18_24_fundamental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18-24 anos · Fundamental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18_24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18-24 anos ·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R$ 349 (25%)</a:t>
            </a:r>
          </a:p>
        </p:txBody>
      </p:sp>
      <p:pic>
        <p:nvPicPr>
          <p:cNvPr id="4" name="Picture 3" descr="arv_gfe_mulher_18_24_medio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18-24 anos · Médio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18_24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18-24 anos ·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R$ 294 (17%)</a:t>
            </a:r>
          </a:p>
        </p:txBody>
      </p:sp>
      <p:pic>
        <p:nvPicPr>
          <p:cNvPr id="4" name="Picture 3" descr="arv_gfe_mulher_18_24_medio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18-24 anos · Médio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18_24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53" y="1536192"/>
            <a:ext cx="106751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18-24 anos ·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R$ 197 (10%)</a:t>
            </a:r>
          </a:p>
        </p:txBody>
      </p:sp>
      <p:pic>
        <p:nvPicPr>
          <p:cNvPr id="4" name="Picture 3" descr="arv_gfe_mulher_18_24_superior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18-24 anos · Superior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18_24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18-24 anos ·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18-24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R$ 670 (25%)</a:t>
            </a:r>
          </a:p>
        </p:txBody>
      </p:sp>
      <p:pic>
        <p:nvPicPr>
          <p:cNvPr id="4" name="Picture 3" descr="arv_gfe_mulher_18_24_superior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18-24 anos · Superior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25_3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25-39 anos ·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R$ 290 (14%)</a:t>
            </a:r>
          </a:p>
        </p:txBody>
      </p:sp>
      <p:pic>
        <p:nvPicPr>
          <p:cNvPr id="4" name="Picture 3" descr="arv_gfe_mulher_25_39_sem_instruca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25-39 anos · Sem instrução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25_3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25-39 anos ·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R$ 315 (24%)</a:t>
            </a:r>
          </a:p>
        </p:txBody>
      </p:sp>
      <p:pic>
        <p:nvPicPr>
          <p:cNvPr id="4" name="Picture 3" descr="arv_gfe_mulher_25_39_fundamental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25-39 anos · Fundamental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25_3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25-39 anos ·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R$ 340 (23%)</a:t>
            </a:r>
          </a:p>
        </p:txBody>
      </p:sp>
      <p:pic>
        <p:nvPicPr>
          <p:cNvPr id="4" name="Picture 3" descr="arv_gfe_mulher_25_39_fundamental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25-39 anos · Fundamental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25_3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25-39 anos ·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R$ 266 (16%)</a:t>
            </a:r>
          </a:p>
        </p:txBody>
      </p:sp>
      <p:pic>
        <p:nvPicPr>
          <p:cNvPr id="4" name="Picture 3" descr="arv_gfe_mulher_25_39_medio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25-39 anos · Médio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25_3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53" y="1536192"/>
            <a:ext cx="106751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25-39 anos ·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R$ 539 (27%)</a:t>
            </a:r>
          </a:p>
        </p:txBody>
      </p:sp>
      <p:pic>
        <p:nvPicPr>
          <p:cNvPr id="4" name="Picture 3" descr="arv_gfe_mulher_25_39_medio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25-39 anos · Médio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25_3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25-39 anos ·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R$ 601 (24%)</a:t>
            </a:r>
          </a:p>
        </p:txBody>
      </p:sp>
      <p:pic>
        <p:nvPicPr>
          <p:cNvPr id="4" name="Picture 3" descr="arv_gfe_mulher_25_39_superior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25-39 anos · Superior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25_3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25-39 anos ·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25-39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R$ 1.360 (31%)</a:t>
            </a:r>
          </a:p>
        </p:txBody>
      </p:sp>
      <p:pic>
        <p:nvPicPr>
          <p:cNvPr id="4" name="Picture 3" descr="arv_gfe_mulher_25_39_superior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590" y="1536192"/>
            <a:ext cx="7390515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25-39 anos · Superior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40_5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40-59 anos ·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R$ 1.095 (86%)</a:t>
            </a:r>
          </a:p>
        </p:txBody>
      </p:sp>
      <p:pic>
        <p:nvPicPr>
          <p:cNvPr id="4" name="Picture 3" descr="arv_gfe_mulher_40_59_sem_instruca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40-59 anos · Sem instrução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40_5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40-59 anos ·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R$ 325 (22%)</a:t>
            </a:r>
          </a:p>
        </p:txBody>
      </p:sp>
      <p:pic>
        <p:nvPicPr>
          <p:cNvPr id="4" name="Picture 3" descr="arv_gfe_mulher_40_59_fundamental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40-59 anos · Fundamental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40_5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40-59 anos ·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R$ 194 (11%)</a:t>
            </a:r>
          </a:p>
        </p:txBody>
      </p:sp>
      <p:pic>
        <p:nvPicPr>
          <p:cNvPr id="4" name="Picture 3" descr="arv_gfe_mulher_40_59_fundamental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40-59 anos · Fundamental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40_5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40-59 anos ·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R$ 396 (23%)</a:t>
            </a:r>
          </a:p>
        </p:txBody>
      </p:sp>
      <p:pic>
        <p:nvPicPr>
          <p:cNvPr id="4" name="Picture 3" descr="arv_gfe_mulher_40_59_medio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40-59 anos · Médio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40_5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40-59 anos ·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R$ 463 (22%)</a:t>
            </a:r>
          </a:p>
        </p:txBody>
      </p:sp>
      <p:pic>
        <p:nvPicPr>
          <p:cNvPr id="4" name="Picture 3" descr="arv_gfe_mulher_40_59_medio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40-59 anos · Médio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40_5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40-59 anos ·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R$ 778 (28%)</a:t>
            </a:r>
          </a:p>
        </p:txBody>
      </p:sp>
      <p:pic>
        <p:nvPicPr>
          <p:cNvPr id="4" name="Picture 3" descr="arv_gfe_mulher_40_59_superior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40-59 anos · Superior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40_5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53" y="1536192"/>
            <a:ext cx="106751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40-59 anos ·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40-59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R$ 2.112 (40%)</a:t>
            </a:r>
          </a:p>
        </p:txBody>
      </p:sp>
      <p:pic>
        <p:nvPicPr>
          <p:cNvPr id="4" name="Picture 3" descr="arv_gfe_mulher_40_59_superior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40-59 anos · Superior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60mai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60+ anos ·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R$ 960 (105%)</a:t>
            </a:r>
          </a:p>
        </p:txBody>
      </p:sp>
      <p:pic>
        <p:nvPicPr>
          <p:cNvPr id="4" name="Picture 3" descr="arv_gfe_mulher_60mais_sem_instruca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60+ anos · Sem instrução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60mai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60+ anos ·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R$ 408 (33%)</a:t>
            </a:r>
          </a:p>
        </p:txBody>
      </p:sp>
      <p:pic>
        <p:nvPicPr>
          <p:cNvPr id="4" name="Picture 3" descr="arv_gfe_mulher_60mais_fundamental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60+ anos · Fundamental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60mai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60+ anos ·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-60 (-3%)</a:t>
            </a:r>
          </a:p>
        </p:txBody>
      </p:sp>
      <p:pic>
        <p:nvPicPr>
          <p:cNvPr id="4" name="Picture 3" descr="arv_gfe_mulher_60mais_fundamental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60+ anos · Fundamental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60mai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60+ anos ·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R$ 24 (1%)</a:t>
            </a:r>
          </a:p>
        </p:txBody>
      </p:sp>
      <p:pic>
        <p:nvPicPr>
          <p:cNvPr id="4" name="Picture 3" descr="arv_gfe_mulher_60mais_medio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60+ anos · Médio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60mai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60+ anos ·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R$ 895 (39%)</a:t>
            </a:r>
          </a:p>
        </p:txBody>
      </p:sp>
      <p:pic>
        <p:nvPicPr>
          <p:cNvPr id="4" name="Picture 3" descr="arv_gfe_mulher_60mais_medio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60+ anos · Médio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60mai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60+ anos ·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R$ 287 (8%)</a:t>
            </a:r>
          </a:p>
        </p:txBody>
      </p:sp>
      <p:pic>
        <p:nvPicPr>
          <p:cNvPr id="4" name="Picture 3" descr="arv_gfe_mulher_60mais_superior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60+ anos · Superior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60mai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60+ anos ·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60+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R$ 1.903 (33%)</a:t>
            </a:r>
          </a:p>
        </p:txBody>
      </p:sp>
      <p:pic>
        <p:nvPicPr>
          <p:cNvPr id="4" name="Picture 3" descr="arv_gfe_mulher_60mais_superior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60+ anos · Superior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Homens</a:t>
            </a:r>
          </a:p>
        </p:txBody>
      </p:sp>
    </p:spTree>
  </p:cSld>
  <p:clrMapOvr>
    <a:masterClrMapping/>
  </p:clrMapOvr>
</p:sld>
</file>

<file path=ppt/slides/slide2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14-17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14_17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9" y="1536192"/>
            <a:ext cx="1065315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14-17 anos ·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14-17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R$ 106 (18%)</a:t>
            </a:r>
          </a:p>
        </p:txBody>
      </p:sp>
      <p:pic>
        <p:nvPicPr>
          <p:cNvPr id="4" name="Picture 3" descr="arv_gfe_homem_14_17_sem_instruca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14-17 anos · Sem instrução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14-17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14_17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53" y="1536192"/>
            <a:ext cx="106751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14-17 anos ·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14-17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R$ 44 (4%)</a:t>
            </a:r>
          </a:p>
        </p:txBody>
      </p:sp>
      <p:pic>
        <p:nvPicPr>
          <p:cNvPr id="4" name="Picture 3" descr="arv_gfe_homem_14_17_fundamental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14-17 anos · Fundamental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14-17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14_17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14-17 anos ·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14-17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R$ 228 (23%)</a:t>
            </a:r>
          </a:p>
        </p:txBody>
      </p:sp>
      <p:pic>
        <p:nvPicPr>
          <p:cNvPr id="4" name="Picture 3" descr="arv_gfe_homem_14_17_fundamental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14-17 anos · Fundamental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14-17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14_17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14-17 anos ·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14-17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R$ 160 (15%)</a:t>
            </a:r>
          </a:p>
        </p:txBody>
      </p:sp>
      <p:pic>
        <p:nvPicPr>
          <p:cNvPr id="4" name="Picture 3" descr="arv_gfe_homem_14_17_medio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14-17 anos · Médio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14-17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14_17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14-17 anos ·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14-17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R$ 83 (5%)</a:t>
            </a:r>
          </a:p>
        </p:txBody>
      </p:sp>
      <p:pic>
        <p:nvPicPr>
          <p:cNvPr id="4" name="Picture 3" descr="arv_gfe_homem_14_17_medio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14-17 anos · Médio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14-17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14_17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549" y="1536192"/>
            <a:ext cx="1064659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14-17 anos ·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14-17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</a:t>
            </a:r>
          </a:p>
        </p:txBody>
      </p:sp>
      <p:pic>
        <p:nvPicPr>
          <p:cNvPr id="4" name="Picture 3" descr="arv_gfe_homem_14_17_superior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14-17 anos · Superior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14-17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mulher_14_17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179" y="1536192"/>
            <a:ext cx="843733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14-17 anos ·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14-17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</a:t>
            </a:r>
          </a:p>
        </p:txBody>
      </p:sp>
      <p:pic>
        <p:nvPicPr>
          <p:cNvPr id="4" name="Picture 3" descr="arv_gfe_mulher_14_17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7179" y="1536192"/>
            <a:ext cx="843733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14-17 anos · Superior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18_24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18-24 anos ·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-638 (-29%)</a:t>
            </a:r>
          </a:p>
        </p:txBody>
      </p:sp>
      <p:pic>
        <p:nvPicPr>
          <p:cNvPr id="4" name="Picture 3" descr="arv_gfe_homem_18_24_sem_instruca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18-24 anos · Sem instrução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18_24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18-24 anos ·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R$ 329 (20%)</a:t>
            </a:r>
          </a:p>
        </p:txBody>
      </p:sp>
      <p:pic>
        <p:nvPicPr>
          <p:cNvPr id="4" name="Picture 3" descr="arv_gfe_homem_18_24_fundamental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18-24 anos · Fundamental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18_24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18-24 anos ·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R$ 420 (22%)</a:t>
            </a:r>
          </a:p>
        </p:txBody>
      </p:sp>
      <p:pic>
        <p:nvPicPr>
          <p:cNvPr id="4" name="Picture 3" descr="arv_gfe_homem_18_24_fundamental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18-24 anos · Fundamental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18_24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18-24 anos ·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R$ 126 (7%)</a:t>
            </a:r>
          </a:p>
        </p:txBody>
      </p:sp>
      <p:pic>
        <p:nvPicPr>
          <p:cNvPr id="4" name="Picture 3" descr="arv_gfe_homem_18_24_medio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18-24 anos · Médio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18_24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18-24 anos ·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R$ 256 (12%)</a:t>
            </a:r>
          </a:p>
        </p:txBody>
      </p:sp>
      <p:pic>
        <p:nvPicPr>
          <p:cNvPr id="4" name="Picture 3" descr="arv_gfe_homem_18_24_medio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18-24 anos · Médio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18_24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18-24 anos ·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R$ 290 (12%)</a:t>
            </a:r>
          </a:p>
        </p:txBody>
      </p:sp>
      <p:pic>
        <p:nvPicPr>
          <p:cNvPr id="4" name="Picture 3" descr="arv_gfe_homem_18_24_superior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18-24 anos · Superior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18_24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18-24 anos ·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18-24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R$ 228 (6%)</a:t>
            </a:r>
          </a:p>
        </p:txBody>
      </p:sp>
      <p:pic>
        <p:nvPicPr>
          <p:cNvPr id="4" name="Picture 3" descr="arv_gfe_homem_18_24_superior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18-24 anos · Superior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25_3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25-39 anos ·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R$ 2.064 (109%)</a:t>
            </a:r>
          </a:p>
        </p:txBody>
      </p:sp>
      <p:pic>
        <p:nvPicPr>
          <p:cNvPr id="4" name="Picture 3" descr="arv_gfe_homem_25_39_sem_instruca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25-39 anos · Sem instrução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25_3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25-39 anos ·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R$ 405 (21%)</a:t>
            </a:r>
          </a:p>
        </p:txBody>
      </p:sp>
      <p:pic>
        <p:nvPicPr>
          <p:cNvPr id="4" name="Picture 3" descr="arv_gfe_homem_25_39_fundamental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25-39 anos · Fundamental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25_3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25-39 anos ·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R$ 522 (23%)</a:t>
            </a:r>
          </a:p>
        </p:txBody>
      </p:sp>
      <p:pic>
        <p:nvPicPr>
          <p:cNvPr id="4" name="Picture 3" descr="arv_gfe_homem_25_39_fundamental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25-39 anos · Fundamental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25_3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25-39 anos ·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R$ 521 (21%)</a:t>
            </a:r>
          </a:p>
        </p:txBody>
      </p:sp>
      <p:pic>
        <p:nvPicPr>
          <p:cNvPr id="4" name="Picture 3" descr="arv_gfe_homem_25_39_medio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25-39 anos · Médio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25_3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25-39 anos ·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R$ 699 (25%)</a:t>
            </a:r>
          </a:p>
        </p:txBody>
      </p:sp>
      <p:pic>
        <p:nvPicPr>
          <p:cNvPr id="4" name="Picture 3" descr="arv_gfe_homem_25_39_medio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25-39 anos · Médio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25_3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25-39 anos ·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R$ 397 (10%)</a:t>
            </a:r>
          </a:p>
        </p:txBody>
      </p:sp>
      <p:pic>
        <p:nvPicPr>
          <p:cNvPr id="4" name="Picture 3" descr="arv_gfe_homem_25_39_superior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25-39 anos · Superior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25_3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25-39 anos ·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25-39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R$ 2.307 (38%)</a:t>
            </a:r>
          </a:p>
        </p:txBody>
      </p:sp>
      <p:pic>
        <p:nvPicPr>
          <p:cNvPr id="4" name="Picture 3" descr="arv_gfe_homem_25_39_superior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25-39 anos · Superior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40_59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40-59 anos ·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R$ 698 (45%)</a:t>
            </a:r>
          </a:p>
        </p:txBody>
      </p:sp>
      <p:pic>
        <p:nvPicPr>
          <p:cNvPr id="4" name="Picture 3" descr="arv_gfe_homem_40_59_sem_instruca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40-59 anos · Sem instrução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40_59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40-59 anos ·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R$ 762 (36%)</a:t>
            </a:r>
          </a:p>
        </p:txBody>
      </p:sp>
      <p:pic>
        <p:nvPicPr>
          <p:cNvPr id="4" name="Picture 3" descr="arv_gfe_homem_40_59_fundamental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219" y="1536192"/>
            <a:ext cx="740125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40-59 anos · Fundamental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40_59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53" y="1536192"/>
            <a:ext cx="106751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40-59 anos ·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R$ 674 (25%)</a:t>
            </a:r>
          </a:p>
        </p:txBody>
      </p:sp>
      <p:pic>
        <p:nvPicPr>
          <p:cNvPr id="4" name="Picture 3" descr="arv_gfe_homem_40_59_fundamental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40-59 anos · Fundamental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40_59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53" y="1536192"/>
            <a:ext cx="106751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40-59 anos ·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R$ 1.031 (37%)</a:t>
            </a:r>
          </a:p>
        </p:txBody>
      </p:sp>
      <p:pic>
        <p:nvPicPr>
          <p:cNvPr id="4" name="Picture 3" descr="arv_gfe_homem_40_59_medio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40-59 anos · Médio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40_59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495" y="1536192"/>
            <a:ext cx="106907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40-59 anos ·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R$ 907 (28%)</a:t>
            </a:r>
          </a:p>
        </p:txBody>
      </p:sp>
      <p:pic>
        <p:nvPicPr>
          <p:cNvPr id="4" name="Picture 3" descr="arv_gfe_homem_40_59_medio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40-59 anos · Médio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40_59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40-59 anos ·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R$ 1.528 (32%)</a:t>
            </a:r>
          </a:p>
        </p:txBody>
      </p:sp>
      <p:pic>
        <p:nvPicPr>
          <p:cNvPr id="4" name="Picture 3" descr="arv_gfe_homem_40_59_superior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40-59 anos · Superior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40_59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40-59 anos ·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40-59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R$ 3.810 (47%)</a:t>
            </a:r>
          </a:p>
        </p:txBody>
      </p:sp>
      <p:pic>
        <p:nvPicPr>
          <p:cNvPr id="4" name="Picture 3" descr="arv_gfe_homem_40_59_superior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40-59 anos · Superior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60mais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60+ anos ·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R$ 862 (62%)</a:t>
            </a:r>
          </a:p>
        </p:txBody>
      </p:sp>
      <p:pic>
        <p:nvPicPr>
          <p:cNvPr id="4" name="Picture 3" descr="arv_gfe_homem_60mais_sem_instruca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60+ anos · Sem instrução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60mais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60+ anos ·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R$ 731 (36%)</a:t>
            </a:r>
          </a:p>
        </p:txBody>
      </p:sp>
      <p:pic>
        <p:nvPicPr>
          <p:cNvPr id="4" name="Picture 3" descr="arv_gfe_homem_60mais_fundamental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60+ anos · Fundamental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60mais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60+ anos ·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R$ 1.005 (39%)</a:t>
            </a:r>
          </a:p>
        </p:txBody>
      </p:sp>
      <p:pic>
        <p:nvPicPr>
          <p:cNvPr id="4" name="Picture 3" descr="arv_gfe_homem_60mais_fundamental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60+ anos · Fundamental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60mais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60+ anos ·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R$ 1.091 (45%)</a:t>
            </a:r>
          </a:p>
        </p:txBody>
      </p:sp>
      <p:pic>
        <p:nvPicPr>
          <p:cNvPr id="4" name="Picture 3" descr="arv_gfe_homem_60mais_medio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60+ anos · Médio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60mais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60+ anos ·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R$ 834 (23%)</a:t>
            </a:r>
          </a:p>
        </p:txBody>
      </p:sp>
      <p:pic>
        <p:nvPicPr>
          <p:cNvPr id="4" name="Picture 3" descr="arv_gfe_homem_60mais_medio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60+ anos · Médio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60mais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60+ anos ·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R$ 2.427 (51%)</a:t>
            </a:r>
          </a:p>
        </p:txBody>
      </p:sp>
      <p:pic>
        <p:nvPicPr>
          <p:cNvPr id="4" name="Picture 3" descr="arv_gfe_homem_60mais_superior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60+ anos · Superior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fe_homem_60mais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60+ anos ·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60+ anos,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R$ 3.763 (44%)</a:t>
            </a:r>
          </a:p>
        </p:txBody>
      </p:sp>
      <p:pic>
        <p:nvPicPr>
          <p:cNvPr id="4" name="Picture 3" descr="arv_gfe_homem_60mais_superior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60+ anos · Superior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Mulheres</a:t>
            </a:r>
          </a:p>
        </p:txBody>
      </p:sp>
    </p:spTree>
  </p:cSld>
  <p:clrMapOvr>
    <a:masterClrMapping/>
  </p:clrMapOvr>
</p:sld>
</file>

<file path=ppt/slides/slide2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Mulheres: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renda, Branca vs. Negra · teste de Welch: *** p&lt;0,001  ** p&lt;0,01  * p&lt;0,05  ·  n.s. = não significativo · 2º tri. 2026 · só mulheres</a:t>
            </a:r>
          </a:p>
        </p:txBody>
      </p:sp>
      <p:pic>
        <p:nvPicPr>
          <p:cNvPr id="4" name="Picture 3" descr="arv_gfe_hiato_mul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425" y="1536192"/>
            <a:ext cx="858484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e escolaridade, só mulheres — Welch.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Faixa Etária × Escolaridade — Homens</a:t>
            </a:r>
          </a:p>
        </p:txBody>
      </p:sp>
    </p:spTree>
  </p:cSld>
  <p:clrMapOvr>
    <a:masterClrMapping/>
  </p:clrMapOvr>
</p:sld>
</file>

<file path=ppt/slides/slide2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Homens: faixa etaria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renda, Branca vs. Negra · teste de Welch: *** p&lt;0,001  ** p&lt;0,01  * p&lt;0,05  ·  n.s. = não significativo · 2º tri. 2026 · só homens</a:t>
            </a:r>
          </a:p>
        </p:txBody>
      </p:sp>
      <p:pic>
        <p:nvPicPr>
          <p:cNvPr id="4" name="Picture 3" descr="arv_gfe_hiato_hom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3425" y="1536192"/>
            <a:ext cx="858484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faixa etaria e escolaridade, só homens — Welch.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 i="0">
                <a:solidFill>
                  <a:srgbClr val="0D9086"/>
                </a:solidFill>
              </a:defRPr>
            </a:pPr>
            <a:r>
              <a:t>10. Raça × Gênero × Geração × Escolaridade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5C4F3F"/>
                </a:solidFill>
              </a:defRPr>
            </a:pPr>
            <a:r>
              <a:t>112 de Valores · 2 de Hiato · Quebra CRUZADA gênero×geração×escolaridade — 56 células. Hiato: heatmap geração×escolaridade por gênero.</a:t>
            </a:r>
          </a:p>
        </p:txBody>
      </p:sp>
    </p:spTree>
  </p:cSld>
  <p:clrMapOvr>
    <a:masterClrMapping/>
  </p:clrMapOvr>
</p:sld>
</file>

<file path=ppt/slides/slide2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Mulheres</a:t>
            </a:r>
          </a:p>
        </p:txBody>
      </p:sp>
    </p:spTree>
  </p:cSld>
  <p:clrMapOvr>
    <a:masterClrMapping/>
  </p:clrMapOvr>
</p:sld>
</file>

<file path=ppt/slides/slide2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Baby Boomer ·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R$ 371 (43%)</a:t>
            </a:r>
          </a:p>
        </p:txBody>
      </p:sp>
      <p:pic>
        <p:nvPicPr>
          <p:cNvPr id="4" name="Picture 3" descr="arv_gge_mulher_baby_boomer_sem_instruca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Baby Boomer · Sem instrução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53" y="1536192"/>
            <a:ext cx="106751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Baby Boomer ·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2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R$ 366 (30%)</a:t>
            </a:r>
          </a:p>
        </p:txBody>
      </p:sp>
      <p:pic>
        <p:nvPicPr>
          <p:cNvPr id="4" name="Picture 3" descr="arv_gge_mulher_baby_boomer_fundamental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Baby Boomer · Fundamental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Baby Boomer ·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-330 (-17%)</a:t>
            </a:r>
          </a:p>
        </p:txBody>
      </p:sp>
      <p:pic>
        <p:nvPicPr>
          <p:cNvPr id="4" name="Picture 3" descr="arv_gge_mulher_baby_boomer_fundamental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Baby Boomer · Fundamental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Baby Boomer ·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R$ 103 (5%)</a:t>
            </a:r>
          </a:p>
        </p:txBody>
      </p:sp>
      <p:pic>
        <p:nvPicPr>
          <p:cNvPr id="4" name="Picture 3" descr="arv_gge_mulher_baby_boomer_medio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590" y="1536192"/>
            <a:ext cx="7390515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Baby Boomer · Médio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Baby Boomer ·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R$ 959 (40%)</a:t>
            </a:r>
          </a:p>
        </p:txBody>
      </p:sp>
      <p:pic>
        <p:nvPicPr>
          <p:cNvPr id="4" name="Picture 3" descr="arv_gge_mulher_baby_boomer_medio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Baby Boomer · Médio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9" y="1536192"/>
            <a:ext cx="1065315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Baby Boomer ·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R$ 183 (5%)</a:t>
            </a:r>
          </a:p>
        </p:txBody>
      </p:sp>
      <p:pic>
        <p:nvPicPr>
          <p:cNvPr id="4" name="Picture 3" descr="arv_gge_mulher_baby_boomer_superior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Baby Boomer · Superior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Baby Boomer ·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Baby Boomer,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R$ 1.905 (33%)</a:t>
            </a:r>
          </a:p>
        </p:txBody>
      </p:sp>
      <p:pic>
        <p:nvPicPr>
          <p:cNvPr id="4" name="Picture 3" descr="arv_gge_mulher_baby_boomer_superior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Baby Boomer · Superior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X ·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R$ 1.339 (109%)</a:t>
            </a:r>
          </a:p>
        </p:txBody>
      </p:sp>
      <p:pic>
        <p:nvPicPr>
          <p:cNvPr id="4" name="Picture 3" descr="arv_gge_mulher_geracao_x_sem_instruca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X · Sem instrução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X ·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R$ 358 (24%)</a:t>
            </a:r>
          </a:p>
        </p:txBody>
      </p:sp>
      <p:pic>
        <p:nvPicPr>
          <p:cNvPr id="4" name="Picture 3" descr="arv_gge_mulher_geracao_x_fundamental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X · Fundamental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X ·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R$ 205 (11%)</a:t>
            </a:r>
          </a:p>
        </p:txBody>
      </p:sp>
      <p:pic>
        <p:nvPicPr>
          <p:cNvPr id="4" name="Picture 3" descr="arv_gge_mulher_geracao_x_fundamental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X · Fundamental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X ·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R$ 334 (18%)</a:t>
            </a:r>
          </a:p>
        </p:txBody>
      </p:sp>
      <p:pic>
        <p:nvPicPr>
          <p:cNvPr id="4" name="Picture 3" descr="arv_gge_mulher_geracao_x_medio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X · Médio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X ·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R$ 430 (20%)</a:t>
            </a:r>
          </a:p>
        </p:txBody>
      </p:sp>
      <p:pic>
        <p:nvPicPr>
          <p:cNvPr id="4" name="Picture 3" descr="arv_gge_mulher_geracao_x_medio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X · Médio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X ·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R$ 453 (16%)</a:t>
            </a:r>
          </a:p>
        </p:txBody>
      </p:sp>
      <p:pic>
        <p:nvPicPr>
          <p:cNvPr id="4" name="Picture 3" descr="arv_gge_mulher_geracao_x_superior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X · Superior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X ·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X,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R$ 2.211 (41%)</a:t>
            </a:r>
          </a:p>
        </p:txBody>
      </p:sp>
      <p:pic>
        <p:nvPicPr>
          <p:cNvPr id="4" name="Picture 3" descr="arv_gge_mulher_geracao_x_superior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X · Superior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Millennial ·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R$ 700 (41%)</a:t>
            </a:r>
          </a:p>
        </p:txBody>
      </p:sp>
      <p:pic>
        <p:nvPicPr>
          <p:cNvPr id="4" name="Picture 3" descr="arv_gge_mulher_millennial_sem_instruca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Millennial · Sem instrução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Millennial ·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R$ 276 (20%)</a:t>
            </a:r>
          </a:p>
        </p:txBody>
      </p:sp>
      <p:pic>
        <p:nvPicPr>
          <p:cNvPr id="4" name="Picture 3" descr="arv_gge_mulher_millennial_fundamental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Millennial · Fundamental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Millennial ·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R$ 324 (21%)</a:t>
            </a:r>
          </a:p>
        </p:txBody>
      </p:sp>
      <p:pic>
        <p:nvPicPr>
          <p:cNvPr id="4" name="Picture 3" descr="arv_gge_mulher_millennial_fundamental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Millennial · Fundamental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Millennial ·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R$ 388 (23%)</a:t>
            </a:r>
          </a:p>
        </p:txBody>
      </p:sp>
      <p:pic>
        <p:nvPicPr>
          <p:cNvPr id="4" name="Picture 3" descr="arv_gge_mulher_millennial_medio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590" y="1536192"/>
            <a:ext cx="7390515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Millennial · Médio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Millennial ·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R$ 553 (27%)</a:t>
            </a:r>
          </a:p>
        </p:txBody>
      </p:sp>
      <p:pic>
        <p:nvPicPr>
          <p:cNvPr id="4" name="Picture 3" descr="arv_gge_mulher_millennial_medio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Millennial · Médio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Millennial ·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R$ 823 (31%)</a:t>
            </a:r>
          </a:p>
        </p:txBody>
      </p:sp>
      <p:pic>
        <p:nvPicPr>
          <p:cNvPr id="4" name="Picture 3" descr="arv_gge_mulher_millennial_superior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Millennial · Superior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Millennial ·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Millennial,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R$ 1.725 (36%)</a:t>
            </a:r>
          </a:p>
        </p:txBody>
      </p:sp>
      <p:pic>
        <p:nvPicPr>
          <p:cNvPr id="4" name="Picture 3" descr="arv_gge_mulher_millennial_superior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Millennial · Superior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Z ·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R$ 515 (35%)</a:t>
            </a:r>
          </a:p>
        </p:txBody>
      </p:sp>
      <p:pic>
        <p:nvPicPr>
          <p:cNvPr id="4" name="Picture 3" descr="arv_gge_mulher_geracao_z_sem_instruca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Z · Sem instrução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Z ·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R$ 379 (33%)</a:t>
            </a:r>
          </a:p>
        </p:txBody>
      </p:sp>
      <p:pic>
        <p:nvPicPr>
          <p:cNvPr id="4" name="Picture 3" descr="arv_gge_mulher_geracao_z_fundamental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Z · Fundamental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Z ·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R$ 46 (3%)</a:t>
            </a:r>
          </a:p>
        </p:txBody>
      </p:sp>
      <p:pic>
        <p:nvPicPr>
          <p:cNvPr id="4" name="Picture 3" descr="arv_gge_mulher_geracao_z_fundamental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Z · Fundamental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Z ·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R$ 118 (8%)</a:t>
            </a:r>
          </a:p>
        </p:txBody>
      </p:sp>
      <p:pic>
        <p:nvPicPr>
          <p:cNvPr id="4" name="Picture 3" descr="arv_gge_mulher_geracao_z_medio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Z · Médio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9" y="1536192"/>
            <a:ext cx="1065315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Z ·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R$ 370 (21%)</a:t>
            </a:r>
          </a:p>
        </p:txBody>
      </p:sp>
      <p:pic>
        <p:nvPicPr>
          <p:cNvPr id="4" name="Picture 3" descr="arv_gge_mulher_geracao_z_medio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Z · Médio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9" y="1536192"/>
            <a:ext cx="1065315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Z ·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R$ 269 (13%)</a:t>
            </a:r>
          </a:p>
        </p:txBody>
      </p:sp>
      <p:pic>
        <p:nvPicPr>
          <p:cNvPr id="4" name="Picture 3" descr="arv_gge_mulher_geracao_z_superior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Z · Superior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mulher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108" y="1536192"/>
            <a:ext cx="1063347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Z ·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Mulheres, Geração Z,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R$ 793 (22%)</a:t>
            </a:r>
          </a:p>
        </p:txBody>
      </p:sp>
      <p:pic>
        <p:nvPicPr>
          <p:cNvPr id="4" name="Picture 3" descr="arv_gge_mulher_geracao_z_superior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Mulheres · Geração Z · Superior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Homens</a:t>
            </a:r>
          </a:p>
        </p:txBody>
      </p:sp>
    </p:spTree>
  </p:cSld>
  <p:clrMapOvr>
    <a:masterClrMapping/>
  </p:clrMapOvr>
</p:sld>
</file>

<file path=ppt/slides/slide3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m_baby_boomer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Baby Boomer ·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R$ 1.044 (76%)</a:t>
            </a:r>
          </a:p>
        </p:txBody>
      </p:sp>
      <p:pic>
        <p:nvPicPr>
          <p:cNvPr id="4" name="Picture 3" descr="arv_gge_homem_baby_boomer_sem_instruca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Baby Boomer · Sem instrução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m_baby_boomer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Baby Boomer ·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R$ 772 (38%)</a:t>
            </a:r>
          </a:p>
        </p:txBody>
      </p:sp>
      <p:pic>
        <p:nvPicPr>
          <p:cNvPr id="4" name="Picture 3" descr="arv_gge_homem_baby_boomer_fundamental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Baby Boomer · Fundamental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m_baby_boomer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Baby Boomer ·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R$ 1.425 (61%)</a:t>
            </a:r>
          </a:p>
        </p:txBody>
      </p:sp>
      <p:pic>
        <p:nvPicPr>
          <p:cNvPr id="4" name="Picture 3" descr="arv_gge_homem_baby_boomer_fundamental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Baby Boomer · Fundamental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m_baby_boomer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Baby Boomer ·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R$ 1.413 (59%)</a:t>
            </a:r>
          </a:p>
        </p:txBody>
      </p:sp>
      <p:pic>
        <p:nvPicPr>
          <p:cNvPr id="4" name="Picture 3" descr="arv_gge_homem_baby_boomer_medio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Baby Boomer · Médio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m_baby_boomer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Baby Boomer ·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R$ 793 (21%)</a:t>
            </a:r>
          </a:p>
        </p:txBody>
      </p:sp>
      <p:pic>
        <p:nvPicPr>
          <p:cNvPr id="4" name="Picture 3" descr="arv_gge_homem_baby_boomer_medio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Baby Boomer · Médio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m_baby_boomer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Baby Boomer ·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R$ 3.261 (73%)</a:t>
            </a:r>
          </a:p>
        </p:txBody>
      </p:sp>
      <p:pic>
        <p:nvPicPr>
          <p:cNvPr id="4" name="Picture 3" descr="arv_gge_homem_baby_boomer_superior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Baby Boomer · Superior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m_baby_boomer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Baby Boomer ·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Baby Boomer,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R$ 3.469 (39%)</a:t>
            </a:r>
          </a:p>
        </p:txBody>
      </p:sp>
      <p:pic>
        <p:nvPicPr>
          <p:cNvPr id="4" name="Picture 3" descr="arv_gge_homem_baby_boomer_superior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Baby Boomer · Superior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m_geracao_x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X ·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R$ 527 (34%)</a:t>
            </a:r>
          </a:p>
        </p:txBody>
      </p:sp>
      <p:pic>
        <p:nvPicPr>
          <p:cNvPr id="4" name="Picture 3" descr="arv_gge_homem_geracao_x_sem_instruca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590" y="1536192"/>
            <a:ext cx="7390515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X · Sem instrução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m_geracao_x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X ·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R$ 734 (34%)</a:t>
            </a:r>
          </a:p>
        </p:txBody>
      </p:sp>
      <p:pic>
        <p:nvPicPr>
          <p:cNvPr id="4" name="Picture 3" descr="arv_gge_homem_geracao_x_fundamental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590" y="1536192"/>
            <a:ext cx="7390515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X · Fundamental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m_geracao_x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X ·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R$ 476 (16%)</a:t>
            </a:r>
          </a:p>
        </p:txBody>
      </p:sp>
      <p:pic>
        <p:nvPicPr>
          <p:cNvPr id="4" name="Picture 3" descr="arv_gge_homem_geracao_x_fundamental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X · Fundamental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m_geracao_x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X ·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R$ 1.171 (41%)</a:t>
            </a:r>
          </a:p>
        </p:txBody>
      </p:sp>
      <p:pic>
        <p:nvPicPr>
          <p:cNvPr id="4" name="Picture 3" descr="arv_gge_homem_geracao_x_medio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X · Médio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m_geracao_x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X ·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R$ 852 (25%)</a:t>
            </a:r>
          </a:p>
        </p:txBody>
      </p:sp>
      <p:pic>
        <p:nvPicPr>
          <p:cNvPr id="4" name="Picture 3" descr="arv_gge_homem_geracao_x_medio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X · Médio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m_geracao_x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X ·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R$ 1.686 (33%)</a:t>
            </a:r>
          </a:p>
        </p:txBody>
      </p:sp>
      <p:pic>
        <p:nvPicPr>
          <p:cNvPr id="4" name="Picture 3" descr="arv_gge_homem_geracao_x_superior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X · Superior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m_geracao_x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X ·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X,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R$ 4.153 (51%)</a:t>
            </a:r>
          </a:p>
        </p:txBody>
      </p:sp>
      <p:pic>
        <p:nvPicPr>
          <p:cNvPr id="4" name="Picture 3" descr="arv_gge_homem_geracao_x_superior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X · Superior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m_millennial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Millennial ·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R$ 1.658 (96%)</a:t>
            </a:r>
          </a:p>
        </p:txBody>
      </p:sp>
      <p:pic>
        <p:nvPicPr>
          <p:cNvPr id="4" name="Picture 3" descr="arv_gge_homem_millennial_sem_instruca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Millennial · Sem instrução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m_millennial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Millennial ·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R$ 626 (32%)</a:t>
            </a:r>
          </a:p>
        </p:txBody>
      </p:sp>
      <p:pic>
        <p:nvPicPr>
          <p:cNvPr id="4" name="Picture 3" descr="arv_gge_homem_millennial_fundamental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Millennial · Fundamental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m_millennial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Millennial ·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R$ 654 (28%)</a:t>
            </a:r>
          </a:p>
        </p:txBody>
      </p:sp>
      <p:pic>
        <p:nvPicPr>
          <p:cNvPr id="4" name="Picture 3" descr="arv_gge_homem_millennial_fundamental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Millennial · Fundamental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m_millennial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Millennial ·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R$ 501 (19%)</a:t>
            </a:r>
          </a:p>
        </p:txBody>
      </p:sp>
      <p:pic>
        <p:nvPicPr>
          <p:cNvPr id="4" name="Picture 3" descr="arv_gge_homem_millennial_medio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Millennial · Médio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m_millennial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Millennial ·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R$ 866 (29%)</a:t>
            </a:r>
          </a:p>
        </p:txBody>
      </p:sp>
      <p:pic>
        <p:nvPicPr>
          <p:cNvPr id="4" name="Picture 3" descr="arv_gge_homem_millennial_medio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Millennial · Médio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m_millennial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Millennial ·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R$ 695 (16%)</a:t>
            </a:r>
          </a:p>
        </p:txBody>
      </p:sp>
      <p:pic>
        <p:nvPicPr>
          <p:cNvPr id="4" name="Picture 3" descr="arv_gge_homem_millennial_superior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Millennial · Superior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m_millennial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Millennial ·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Millennial,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R$ 2.738 (38%)</a:t>
            </a:r>
          </a:p>
        </p:txBody>
      </p:sp>
      <p:pic>
        <p:nvPicPr>
          <p:cNvPr id="4" name="Picture 3" descr="arv_gge_homem_millennial_superior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590" y="1536192"/>
            <a:ext cx="7390515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Millennial · Superior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m_geracao_z_sem_instrucao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253" y="1536192"/>
            <a:ext cx="1067518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Z · Sem instrução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Sem instrução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-33 (-2%)</a:t>
            </a:r>
          </a:p>
        </p:txBody>
      </p:sp>
      <p:pic>
        <p:nvPicPr>
          <p:cNvPr id="4" name="Picture 3" descr="arv_gge_homem_geracao_z_sem_instrucao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Z · Sem instrução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m_geracao_z_fundamental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Z · Fundamental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Fundamental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R$ 140 (8%)</a:t>
            </a:r>
          </a:p>
        </p:txBody>
      </p:sp>
      <p:pic>
        <p:nvPicPr>
          <p:cNvPr id="4" name="Picture 3" descr="arv_gge_homem_geracao_z_fundamental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Z · Fundamental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3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m_geracao_z_fundamental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Z · Fundamental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4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Fundamental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R$ 336 (18%)</a:t>
            </a:r>
          </a:p>
        </p:txBody>
      </p:sp>
      <p:pic>
        <p:nvPicPr>
          <p:cNvPr id="4" name="Picture 3" descr="arv_gge_homem_geracao_z_fundamental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Z · Fundamental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4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m_geracao_z_medio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89" y="1536192"/>
            <a:ext cx="1065971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Z · Médio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4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Médio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R$ 201 (11%)</a:t>
            </a:r>
          </a:p>
        </p:txBody>
      </p:sp>
      <p:pic>
        <p:nvPicPr>
          <p:cNvPr id="4" name="Picture 3" descr="arv_gge_homem_geracao_z_medio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0590" y="1536192"/>
            <a:ext cx="7390515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Z · Médio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4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m_geracao_z_medio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9" y="1536192"/>
            <a:ext cx="1065315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Z · Médio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4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Médio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R$ 335 (15%)</a:t>
            </a:r>
          </a:p>
        </p:txBody>
      </p:sp>
      <p:pic>
        <p:nvPicPr>
          <p:cNvPr id="4" name="Picture 3" descr="arv_gge_homem_geracao_z_medio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Z · Médio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4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m_geracao_z_superior_in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269" y="1536192"/>
            <a:ext cx="1065315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Z · Superior incompl.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4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Superior incompl.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R$ 262 (10%)</a:t>
            </a:r>
          </a:p>
        </p:txBody>
      </p:sp>
      <p:pic>
        <p:nvPicPr>
          <p:cNvPr id="4" name="Picture 3" descr="arv_gge_homem_geracao_z_superior_in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945" y="1536192"/>
            <a:ext cx="7379804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Z · Superior incompl.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4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reais, a preços do trimestre mais recente (deflator IBGE) · série 2012–2026</a:t>
            </a:r>
          </a:p>
        </p:txBody>
      </p:sp>
      <p:pic>
        <p:nvPicPr>
          <p:cNvPr id="4" name="Picture 3" descr="arv_gge_homem_geracao_z_superior_comp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829" y="1536192"/>
            <a:ext cx="1064003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Z · Superior compl. — série histórica.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4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Renda média real por raça — Homens, Geração Z, Superior compl.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R$ reais · 2º tri. 2026 · hiato Branca vs. Negra: R$ 1.420 (32%)</a:t>
            </a:r>
          </a:p>
        </p:txBody>
      </p:sp>
      <p:pic>
        <p:nvPicPr>
          <p:cNvPr id="4" name="Picture 3" descr="arv_gge_homem_geracao_z_superior_compl_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219" y="1536192"/>
            <a:ext cx="7401257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Renda média real por raça — Homens · Geração Z · Superior compl. — 2º tri.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4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Mulheres</a:t>
            </a:r>
          </a:p>
        </p:txBody>
      </p:sp>
    </p:spTree>
  </p:cSld>
  <p:clrMapOvr>
    <a:masterClrMapping/>
  </p:clrMapOvr>
</p:sld>
</file>

<file path=ppt/slides/slide4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Mulheres: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renda, Branca vs. Negra · teste de Welch: *** p&lt;0,001  ** p&lt;0,01  * p&lt;0,05  ·  n.s. = não significativo · 2º tri. 2026 · só mulheres</a:t>
            </a:r>
          </a:p>
        </p:txBody>
      </p:sp>
      <p:pic>
        <p:nvPicPr>
          <p:cNvPr id="4" name="Picture 3" descr="arv_gge_hiato_mulh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0808" y="1536192"/>
            <a:ext cx="9730078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e escolaridade, só mulheres — Welch.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slides/slide4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3017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5C4F3F"/>
                </a:solidFill>
              </a:defRPr>
            </a:pPr>
            <a:r>
              <a:t>Raça × Gênero × Geração × Escolaridade — Homens</a:t>
            </a:r>
          </a:p>
        </p:txBody>
      </p:sp>
    </p:spTree>
  </p:cSld>
  <p:clrMapOvr>
    <a:masterClrMapping/>
  </p:clrMapOvr>
</p:sld>
</file>

<file path=ppt/slides/slide4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2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100" b="1" i="0">
                <a:solidFill>
                  <a:srgbClr val="2B2018"/>
                </a:solidFill>
              </a:defRPr>
            </a:pPr>
            <a:r>
              <a:t>Hiato Branca vs. Negra — Homens: geracao × escolaridade — Brasil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32688"/>
            <a:ext cx="11155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50" b="0" i="0">
                <a:solidFill>
                  <a:srgbClr val="5C4F3F"/>
                </a:solidFill>
              </a:defRPr>
            </a:pPr>
            <a:r>
              <a:t>% de diferença de renda, Branca vs. Negra · teste de Welch: *** p&lt;0,001  ** p&lt;0,01  * p&lt;0,05  ·  n.s. = não significativo · 2º tri. 2026 · só homens</a:t>
            </a:r>
          </a:p>
        </p:txBody>
      </p:sp>
      <p:pic>
        <p:nvPicPr>
          <p:cNvPr id="4" name="Picture 3" descr="arv_gge_hiato_hom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655" y="1536192"/>
            <a:ext cx="9724385" cy="4526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144768"/>
            <a:ext cx="10881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0" i="1">
                <a:solidFill>
                  <a:srgbClr val="5C4F3F"/>
                </a:solidFill>
              </a:defRPr>
            </a:pPr>
            <a:r>
              <a:t>Hiato Branca vs. Negra por geracao e escolaridade, só homens — Welch.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 i="0">
                <a:solidFill>
                  <a:srgbClr val="8F8271"/>
                </a:solidFill>
              </a:defRPr>
            </a:pPr>
            <a:r>
              <a:t>Fonte: IBGE, PNAD Contínua Trimestral (microdados). Elaboração própria.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